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9"/>
  </p:notesMasterIdLst>
  <p:sldIdLst>
    <p:sldId id="256" r:id="rId2"/>
    <p:sldId id="257" r:id="rId3"/>
    <p:sldId id="258" r:id="rId4"/>
    <p:sldId id="308" r:id="rId5"/>
    <p:sldId id="261" r:id="rId6"/>
    <p:sldId id="262" r:id="rId7"/>
    <p:sldId id="273" r:id="rId8"/>
  </p:sldIdLst>
  <p:sldSz cx="9144000" cy="5143500" type="screen16x9"/>
  <p:notesSz cx="6858000" cy="9144000"/>
  <p:embeddedFontLst>
    <p:embeddedFont>
      <p:font typeface="Kanit" panose="020B0604020202020204" charset="-34"/>
      <p:regular r:id="rId10"/>
      <p:bold r:id="rId11"/>
      <p:italic r:id="rId12"/>
      <p:boldItalic r:id="rId13"/>
    </p:embeddedFont>
    <p:embeddedFont>
      <p:font typeface="Lexend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2D0EDC-3366-47D1-B62C-D782FB49393F}">
  <a:tblStyle styleId="{FB2D0EDC-3366-47D1-B62C-D782FB4939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9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>
          <a:extLst>
            <a:ext uri="{FF2B5EF4-FFF2-40B4-BE49-F238E27FC236}">
              <a16:creationId xmlns:a16="http://schemas.microsoft.com/office/drawing/2014/main" id="{835EE7E9-E8D6-65C9-6879-211DF19A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0f9e629ec3_0_6:notes">
            <a:extLst>
              <a:ext uri="{FF2B5EF4-FFF2-40B4-BE49-F238E27FC236}">
                <a16:creationId xmlns:a16="http://schemas.microsoft.com/office/drawing/2014/main" id="{64288BA5-0A99-059C-A6CC-26184E824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0f9e629ec3_0_6:notes">
            <a:extLst>
              <a:ext uri="{FF2B5EF4-FFF2-40B4-BE49-F238E27FC236}">
                <a16:creationId xmlns:a16="http://schemas.microsoft.com/office/drawing/2014/main" id="{71A937EE-71EC-9960-8AA3-659BEC78E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722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3bc6d06bf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3bc6d06bf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105afc42a3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1105afc42a3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13bc6d06bf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13bc6d06bf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1378782">
            <a:off x="3793172" y="3769715"/>
            <a:ext cx="8537349" cy="3083625"/>
          </a:xfrm>
          <a:custGeom>
            <a:avLst/>
            <a:gdLst/>
            <a:ahLst/>
            <a:cxnLst/>
            <a:rect l="l" t="t" r="r" b="b"/>
            <a:pathLst>
              <a:path w="86854" h="31371" extrusionOk="0">
                <a:moveTo>
                  <a:pt x="16920" y="1"/>
                </a:moveTo>
                <a:cubicBezTo>
                  <a:pt x="15409" y="1"/>
                  <a:pt x="13894" y="151"/>
                  <a:pt x="12412" y="428"/>
                </a:cubicBezTo>
                <a:cubicBezTo>
                  <a:pt x="8045" y="1244"/>
                  <a:pt x="3920" y="3104"/>
                  <a:pt x="0" y="5257"/>
                </a:cubicBezTo>
                <a:cubicBezTo>
                  <a:pt x="211" y="10120"/>
                  <a:pt x="216" y="16502"/>
                  <a:pt x="100" y="21368"/>
                </a:cubicBezTo>
                <a:cubicBezTo>
                  <a:pt x="1469" y="20883"/>
                  <a:pt x="2894" y="20674"/>
                  <a:pt x="4337" y="20674"/>
                </a:cubicBezTo>
                <a:cubicBezTo>
                  <a:pt x="7688" y="20674"/>
                  <a:pt x="11139" y="21797"/>
                  <a:pt x="14224" y="23178"/>
                </a:cubicBezTo>
                <a:cubicBezTo>
                  <a:pt x="18637" y="25152"/>
                  <a:pt x="22737" y="27875"/>
                  <a:pt x="27292" y="29465"/>
                </a:cubicBezTo>
                <a:cubicBezTo>
                  <a:pt x="30664" y="30642"/>
                  <a:pt x="34165" y="31155"/>
                  <a:pt x="37695" y="31155"/>
                </a:cubicBezTo>
                <a:cubicBezTo>
                  <a:pt x="44259" y="31155"/>
                  <a:pt x="50925" y="29382"/>
                  <a:pt x="57056" y="26808"/>
                </a:cubicBezTo>
                <a:cubicBezTo>
                  <a:pt x="59381" y="25832"/>
                  <a:pt x="61675" y="24740"/>
                  <a:pt x="64105" y="24095"/>
                </a:cubicBezTo>
                <a:cubicBezTo>
                  <a:pt x="64835" y="23901"/>
                  <a:pt x="65638" y="23782"/>
                  <a:pt x="66426" y="23782"/>
                </a:cubicBezTo>
                <a:cubicBezTo>
                  <a:pt x="68107" y="23782"/>
                  <a:pt x="69718" y="24323"/>
                  <a:pt x="70408" y="25826"/>
                </a:cubicBezTo>
                <a:cubicBezTo>
                  <a:pt x="71069" y="27271"/>
                  <a:pt x="70605" y="29167"/>
                  <a:pt x="71574" y="30412"/>
                </a:cubicBezTo>
                <a:cubicBezTo>
                  <a:pt x="72080" y="31061"/>
                  <a:pt x="72893" y="31371"/>
                  <a:pt x="73708" y="31371"/>
                </a:cubicBezTo>
                <a:cubicBezTo>
                  <a:pt x="73976" y="31371"/>
                  <a:pt x="74244" y="31337"/>
                  <a:pt x="74501" y="31272"/>
                </a:cubicBezTo>
                <a:cubicBezTo>
                  <a:pt x="75541" y="31006"/>
                  <a:pt x="76426" y="30297"/>
                  <a:pt x="77170" y="29500"/>
                </a:cubicBezTo>
                <a:cubicBezTo>
                  <a:pt x="80514" y="25919"/>
                  <a:pt x="81946" y="20092"/>
                  <a:pt x="86470" y="18393"/>
                </a:cubicBezTo>
                <a:cubicBezTo>
                  <a:pt x="86666" y="16112"/>
                  <a:pt x="86658" y="12451"/>
                  <a:pt x="86853" y="10170"/>
                </a:cubicBezTo>
                <a:cubicBezTo>
                  <a:pt x="85568" y="9814"/>
                  <a:pt x="84268" y="9657"/>
                  <a:pt x="82963" y="9657"/>
                </a:cubicBezTo>
                <a:cubicBezTo>
                  <a:pt x="78678" y="9657"/>
                  <a:pt x="74348" y="11348"/>
                  <a:pt x="70382" y="13239"/>
                </a:cubicBezTo>
                <a:cubicBezTo>
                  <a:pt x="67653" y="14540"/>
                  <a:pt x="64720" y="15975"/>
                  <a:pt x="61799" y="15975"/>
                </a:cubicBezTo>
                <a:cubicBezTo>
                  <a:pt x="61073" y="15975"/>
                  <a:pt x="60347" y="15886"/>
                  <a:pt x="59625" y="15684"/>
                </a:cubicBezTo>
                <a:cubicBezTo>
                  <a:pt x="58816" y="15458"/>
                  <a:pt x="58014" y="15068"/>
                  <a:pt x="57497" y="14387"/>
                </a:cubicBezTo>
                <a:cubicBezTo>
                  <a:pt x="56070" y="12504"/>
                  <a:pt x="57405" y="9428"/>
                  <a:pt x="56025" y="7508"/>
                </a:cubicBezTo>
                <a:cubicBezTo>
                  <a:pt x="55406" y="6645"/>
                  <a:pt x="54419" y="6288"/>
                  <a:pt x="53373" y="6288"/>
                </a:cubicBezTo>
                <a:cubicBezTo>
                  <a:pt x="52460" y="6288"/>
                  <a:pt x="51502" y="6560"/>
                  <a:pt x="50705" y="7005"/>
                </a:cubicBezTo>
                <a:cubicBezTo>
                  <a:pt x="48993" y="7959"/>
                  <a:pt x="47628" y="9504"/>
                  <a:pt x="45870" y="10365"/>
                </a:cubicBezTo>
                <a:cubicBezTo>
                  <a:pt x="44771" y="10903"/>
                  <a:pt x="43601" y="11136"/>
                  <a:pt x="42412" y="11136"/>
                </a:cubicBezTo>
                <a:cubicBezTo>
                  <a:pt x="39840" y="11136"/>
                  <a:pt x="37179" y="10045"/>
                  <a:pt x="34956" y="8592"/>
                </a:cubicBezTo>
                <a:cubicBezTo>
                  <a:pt x="31703" y="6467"/>
                  <a:pt x="28904" y="3596"/>
                  <a:pt x="25434" y="1878"/>
                </a:cubicBezTo>
                <a:cubicBezTo>
                  <a:pt x="22789" y="570"/>
                  <a:pt x="19862" y="1"/>
                  <a:pt x="169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4225632">
            <a:off x="7027051" y="-790669"/>
            <a:ext cx="3141096" cy="2346550"/>
          </a:xfrm>
          <a:custGeom>
            <a:avLst/>
            <a:gdLst/>
            <a:ahLst/>
            <a:cxnLst/>
            <a:rect l="l" t="t" r="r" b="b"/>
            <a:pathLst>
              <a:path w="19225" h="14362" extrusionOk="0">
                <a:moveTo>
                  <a:pt x="10892" y="1"/>
                </a:moveTo>
                <a:cubicBezTo>
                  <a:pt x="9109" y="1"/>
                  <a:pt x="7320" y="246"/>
                  <a:pt x="5572" y="714"/>
                </a:cubicBezTo>
                <a:cubicBezTo>
                  <a:pt x="2167" y="1626"/>
                  <a:pt x="527" y="3422"/>
                  <a:pt x="164" y="7142"/>
                </a:cubicBezTo>
                <a:cubicBezTo>
                  <a:pt x="0" y="8824"/>
                  <a:pt x="135" y="10599"/>
                  <a:pt x="982" y="12062"/>
                </a:cubicBezTo>
                <a:cubicBezTo>
                  <a:pt x="1741" y="13372"/>
                  <a:pt x="3171" y="14361"/>
                  <a:pt x="4661" y="14361"/>
                </a:cubicBezTo>
                <a:cubicBezTo>
                  <a:pt x="4835" y="14361"/>
                  <a:pt x="5009" y="14348"/>
                  <a:pt x="5184" y="14320"/>
                </a:cubicBezTo>
                <a:cubicBezTo>
                  <a:pt x="7039" y="14022"/>
                  <a:pt x="8271" y="12316"/>
                  <a:pt x="9433" y="10841"/>
                </a:cubicBezTo>
                <a:cubicBezTo>
                  <a:pt x="10993" y="8857"/>
                  <a:pt x="12849" y="7011"/>
                  <a:pt x="15174" y="6025"/>
                </a:cubicBezTo>
                <a:cubicBezTo>
                  <a:pt x="16595" y="5421"/>
                  <a:pt x="18335" y="5003"/>
                  <a:pt x="18972" y="3598"/>
                </a:cubicBezTo>
                <a:cubicBezTo>
                  <a:pt x="19221" y="3046"/>
                  <a:pt x="19224" y="2334"/>
                  <a:pt x="18809" y="1893"/>
                </a:cubicBezTo>
                <a:cubicBezTo>
                  <a:pt x="18606" y="1678"/>
                  <a:pt x="18328" y="1550"/>
                  <a:pt x="18054" y="1435"/>
                </a:cubicBezTo>
                <a:cubicBezTo>
                  <a:pt x="15761" y="460"/>
                  <a:pt x="13333" y="1"/>
                  <a:pt x="108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346041" y="882859"/>
            <a:ext cx="1409030" cy="1110017"/>
          </a:xfrm>
          <a:custGeom>
            <a:avLst/>
            <a:gdLst/>
            <a:ahLst/>
            <a:cxnLst/>
            <a:rect l="l" t="t" r="r" b="b"/>
            <a:pathLst>
              <a:path w="10157" h="8002" extrusionOk="0">
                <a:moveTo>
                  <a:pt x="4516" y="1"/>
                </a:moveTo>
                <a:cubicBezTo>
                  <a:pt x="1685" y="1"/>
                  <a:pt x="0" y="3627"/>
                  <a:pt x="1423" y="5974"/>
                </a:cubicBezTo>
                <a:cubicBezTo>
                  <a:pt x="2140" y="7157"/>
                  <a:pt x="3480" y="7920"/>
                  <a:pt x="4861" y="7996"/>
                </a:cubicBezTo>
                <a:cubicBezTo>
                  <a:pt x="4935" y="8000"/>
                  <a:pt x="5009" y="8002"/>
                  <a:pt x="5082" y="8002"/>
                </a:cubicBezTo>
                <a:cubicBezTo>
                  <a:pt x="6407" y="8002"/>
                  <a:pt x="7739" y="7367"/>
                  <a:pt x="8476" y="6267"/>
                </a:cubicBezTo>
                <a:cubicBezTo>
                  <a:pt x="10156" y="3762"/>
                  <a:pt x="7731" y="446"/>
                  <a:pt x="5028" y="40"/>
                </a:cubicBezTo>
                <a:cubicBezTo>
                  <a:pt x="4854" y="13"/>
                  <a:pt x="4683" y="1"/>
                  <a:pt x="45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770916">
            <a:off x="-2395962" y="527292"/>
            <a:ext cx="4359292" cy="2029991"/>
          </a:xfrm>
          <a:custGeom>
            <a:avLst/>
            <a:gdLst/>
            <a:ahLst/>
            <a:cxnLst/>
            <a:rect l="l" t="t" r="r" b="b"/>
            <a:pathLst>
              <a:path w="32435" h="15104" extrusionOk="0">
                <a:moveTo>
                  <a:pt x="19826" y="0"/>
                </a:moveTo>
                <a:cubicBezTo>
                  <a:pt x="16806" y="0"/>
                  <a:pt x="14531" y="2829"/>
                  <a:pt x="11637" y="3741"/>
                </a:cubicBezTo>
                <a:cubicBezTo>
                  <a:pt x="8582" y="4703"/>
                  <a:pt x="4889" y="3517"/>
                  <a:pt x="2299" y="5401"/>
                </a:cubicBezTo>
                <a:cubicBezTo>
                  <a:pt x="472" y="6730"/>
                  <a:pt x="1" y="9210"/>
                  <a:pt x="526" y="11304"/>
                </a:cubicBezTo>
                <a:cubicBezTo>
                  <a:pt x="1165" y="13847"/>
                  <a:pt x="3393" y="13899"/>
                  <a:pt x="5729" y="14157"/>
                </a:cubicBezTo>
                <a:cubicBezTo>
                  <a:pt x="11416" y="14788"/>
                  <a:pt x="17138" y="15104"/>
                  <a:pt x="22860" y="15104"/>
                </a:cubicBezTo>
                <a:cubicBezTo>
                  <a:pt x="25956" y="15104"/>
                  <a:pt x="29052" y="15011"/>
                  <a:pt x="32143" y="14826"/>
                </a:cubicBezTo>
                <a:cubicBezTo>
                  <a:pt x="32346" y="13227"/>
                  <a:pt x="32434" y="11323"/>
                  <a:pt x="31180" y="10310"/>
                </a:cubicBezTo>
                <a:cubicBezTo>
                  <a:pt x="30401" y="9681"/>
                  <a:pt x="29316" y="9603"/>
                  <a:pt x="28433" y="9131"/>
                </a:cubicBezTo>
                <a:cubicBezTo>
                  <a:pt x="26549" y="8122"/>
                  <a:pt x="26072" y="5707"/>
                  <a:pt x="25120" y="3794"/>
                </a:cubicBezTo>
                <a:cubicBezTo>
                  <a:pt x="24114" y="1775"/>
                  <a:pt x="22175" y="46"/>
                  <a:pt x="19920" y="1"/>
                </a:cubicBezTo>
                <a:cubicBezTo>
                  <a:pt x="19889" y="1"/>
                  <a:pt x="19857" y="0"/>
                  <a:pt x="198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9975" y="4465225"/>
            <a:ext cx="562478" cy="509672"/>
          </a:xfrm>
          <a:custGeom>
            <a:avLst/>
            <a:gdLst/>
            <a:ahLst/>
            <a:cxnLst/>
            <a:rect l="l" t="t" r="r" b="b"/>
            <a:pathLst>
              <a:path w="3048" h="2762" extrusionOk="0">
                <a:moveTo>
                  <a:pt x="1434" y="0"/>
                </a:moveTo>
                <a:cubicBezTo>
                  <a:pt x="1406" y="0"/>
                  <a:pt x="1379" y="1"/>
                  <a:pt x="1352" y="3"/>
                </a:cubicBezTo>
                <a:cubicBezTo>
                  <a:pt x="617" y="18"/>
                  <a:pt x="0" y="765"/>
                  <a:pt x="84" y="1495"/>
                </a:cubicBezTo>
                <a:cubicBezTo>
                  <a:pt x="165" y="2198"/>
                  <a:pt x="847" y="2762"/>
                  <a:pt x="1552" y="2762"/>
                </a:cubicBezTo>
                <a:cubicBezTo>
                  <a:pt x="1579" y="2762"/>
                  <a:pt x="1605" y="2761"/>
                  <a:pt x="1631" y="2759"/>
                </a:cubicBezTo>
                <a:cubicBezTo>
                  <a:pt x="2384" y="2714"/>
                  <a:pt x="3047" y="2023"/>
                  <a:pt x="3037" y="1269"/>
                </a:cubicBezTo>
                <a:cubicBezTo>
                  <a:pt x="3027" y="543"/>
                  <a:pt x="2169" y="0"/>
                  <a:pt x="143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5400000">
            <a:off x="-776853" y="4037659"/>
            <a:ext cx="1587042" cy="1301670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8100000">
            <a:off x="868" y="117796"/>
            <a:ext cx="1060224" cy="1267987"/>
          </a:xfrm>
          <a:custGeom>
            <a:avLst/>
            <a:gdLst/>
            <a:ahLst/>
            <a:cxnLst/>
            <a:rect l="l" t="t" r="r" b="b"/>
            <a:pathLst>
              <a:path w="9063" h="10839" extrusionOk="0">
                <a:moveTo>
                  <a:pt x="1648" y="8897"/>
                </a:moveTo>
                <a:cubicBezTo>
                  <a:pt x="2394" y="10117"/>
                  <a:pt x="3871" y="10839"/>
                  <a:pt x="5296" y="10709"/>
                </a:cubicBezTo>
                <a:cubicBezTo>
                  <a:pt x="6720" y="10578"/>
                  <a:pt x="8031" y="9618"/>
                  <a:pt x="8615" y="8312"/>
                </a:cubicBezTo>
                <a:cubicBezTo>
                  <a:pt x="8961" y="7539"/>
                  <a:pt x="9063" y="6675"/>
                  <a:pt x="9039" y="5828"/>
                </a:cubicBezTo>
                <a:cubicBezTo>
                  <a:pt x="8999" y="4318"/>
                  <a:pt x="8469" y="2686"/>
                  <a:pt x="7175" y="1907"/>
                </a:cubicBezTo>
                <a:cubicBezTo>
                  <a:pt x="4007" y="0"/>
                  <a:pt x="0" y="6200"/>
                  <a:pt x="1648" y="88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8377127">
            <a:off x="2373557" y="-1979512"/>
            <a:ext cx="3093159" cy="2310766"/>
          </a:xfrm>
          <a:custGeom>
            <a:avLst/>
            <a:gdLst/>
            <a:ahLst/>
            <a:cxnLst/>
            <a:rect l="l" t="t" r="r" b="b"/>
            <a:pathLst>
              <a:path w="19225" h="14362" extrusionOk="0">
                <a:moveTo>
                  <a:pt x="10892" y="1"/>
                </a:moveTo>
                <a:cubicBezTo>
                  <a:pt x="9109" y="1"/>
                  <a:pt x="7320" y="246"/>
                  <a:pt x="5572" y="714"/>
                </a:cubicBezTo>
                <a:cubicBezTo>
                  <a:pt x="2167" y="1626"/>
                  <a:pt x="527" y="3422"/>
                  <a:pt x="164" y="7142"/>
                </a:cubicBezTo>
                <a:cubicBezTo>
                  <a:pt x="0" y="8824"/>
                  <a:pt x="135" y="10599"/>
                  <a:pt x="982" y="12062"/>
                </a:cubicBezTo>
                <a:cubicBezTo>
                  <a:pt x="1741" y="13372"/>
                  <a:pt x="3171" y="14361"/>
                  <a:pt x="4661" y="14361"/>
                </a:cubicBezTo>
                <a:cubicBezTo>
                  <a:pt x="4835" y="14361"/>
                  <a:pt x="5009" y="14348"/>
                  <a:pt x="5184" y="14320"/>
                </a:cubicBezTo>
                <a:cubicBezTo>
                  <a:pt x="7039" y="14022"/>
                  <a:pt x="8271" y="12316"/>
                  <a:pt x="9433" y="10841"/>
                </a:cubicBezTo>
                <a:cubicBezTo>
                  <a:pt x="10993" y="8857"/>
                  <a:pt x="12849" y="7011"/>
                  <a:pt x="15174" y="6025"/>
                </a:cubicBezTo>
                <a:cubicBezTo>
                  <a:pt x="16595" y="5421"/>
                  <a:pt x="18335" y="5003"/>
                  <a:pt x="18972" y="3598"/>
                </a:cubicBezTo>
                <a:cubicBezTo>
                  <a:pt x="19221" y="3046"/>
                  <a:pt x="19224" y="2334"/>
                  <a:pt x="18809" y="1893"/>
                </a:cubicBezTo>
                <a:cubicBezTo>
                  <a:pt x="18606" y="1678"/>
                  <a:pt x="18328" y="1550"/>
                  <a:pt x="18054" y="1435"/>
                </a:cubicBezTo>
                <a:cubicBezTo>
                  <a:pt x="15761" y="460"/>
                  <a:pt x="13333" y="1"/>
                  <a:pt x="108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4379375" y="1024042"/>
            <a:ext cx="3424500" cy="27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8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2455500" y="3776925"/>
            <a:ext cx="42330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233500"/>
            <a:ext cx="7704000" cy="5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526800" y="4763255"/>
            <a:ext cx="1842048" cy="1451183"/>
          </a:xfrm>
          <a:custGeom>
            <a:avLst/>
            <a:gdLst/>
            <a:ahLst/>
            <a:cxnLst/>
            <a:rect l="l" t="t" r="r" b="b"/>
            <a:pathLst>
              <a:path w="10157" h="8002" extrusionOk="0">
                <a:moveTo>
                  <a:pt x="4516" y="1"/>
                </a:moveTo>
                <a:cubicBezTo>
                  <a:pt x="1685" y="1"/>
                  <a:pt x="0" y="3627"/>
                  <a:pt x="1423" y="5974"/>
                </a:cubicBezTo>
                <a:cubicBezTo>
                  <a:pt x="2140" y="7157"/>
                  <a:pt x="3480" y="7920"/>
                  <a:pt x="4861" y="7996"/>
                </a:cubicBezTo>
                <a:cubicBezTo>
                  <a:pt x="4935" y="8000"/>
                  <a:pt x="5009" y="8002"/>
                  <a:pt x="5082" y="8002"/>
                </a:cubicBezTo>
                <a:cubicBezTo>
                  <a:pt x="6407" y="8002"/>
                  <a:pt x="7739" y="7367"/>
                  <a:pt x="8476" y="6267"/>
                </a:cubicBezTo>
                <a:cubicBezTo>
                  <a:pt x="10156" y="3762"/>
                  <a:pt x="7731" y="446"/>
                  <a:pt x="5028" y="40"/>
                </a:cubicBezTo>
                <a:cubicBezTo>
                  <a:pt x="4854" y="13"/>
                  <a:pt x="4683" y="1"/>
                  <a:pt x="45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 rot="8573448">
            <a:off x="401650" y="4448169"/>
            <a:ext cx="1005426" cy="1210199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-475301" y="1012395"/>
            <a:ext cx="876868" cy="719156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 rot="7627597">
            <a:off x="8385159" y="-399033"/>
            <a:ext cx="1097519" cy="1416751"/>
          </a:xfrm>
          <a:custGeom>
            <a:avLst/>
            <a:gdLst/>
            <a:ahLst/>
            <a:cxnLst/>
            <a:rect l="l" t="t" r="r" b="b"/>
            <a:pathLst>
              <a:path w="8650" h="11166" extrusionOk="0">
                <a:moveTo>
                  <a:pt x="4826" y="0"/>
                </a:moveTo>
                <a:cubicBezTo>
                  <a:pt x="3392" y="0"/>
                  <a:pt x="1968" y="842"/>
                  <a:pt x="1252" y="2176"/>
                </a:cubicBezTo>
                <a:cubicBezTo>
                  <a:pt x="1" y="4505"/>
                  <a:pt x="380" y="8127"/>
                  <a:pt x="2423" y="10086"/>
                </a:cubicBezTo>
                <a:cubicBezTo>
                  <a:pt x="3037" y="10676"/>
                  <a:pt x="3901" y="11166"/>
                  <a:pt x="4843" y="11166"/>
                </a:cubicBezTo>
                <a:cubicBezTo>
                  <a:pt x="4883" y="11166"/>
                  <a:pt x="4923" y="11165"/>
                  <a:pt x="4964" y="11163"/>
                </a:cubicBezTo>
                <a:cubicBezTo>
                  <a:pt x="6005" y="11116"/>
                  <a:pt x="6871" y="10470"/>
                  <a:pt x="7415" y="9742"/>
                </a:cubicBezTo>
                <a:cubicBezTo>
                  <a:pt x="7805" y="9220"/>
                  <a:pt x="8071" y="8652"/>
                  <a:pt x="8251" y="8060"/>
                </a:cubicBezTo>
                <a:cubicBezTo>
                  <a:pt x="8529" y="7152"/>
                  <a:pt x="8606" y="6190"/>
                  <a:pt x="8624" y="5250"/>
                </a:cubicBezTo>
                <a:cubicBezTo>
                  <a:pt x="8649" y="4005"/>
                  <a:pt x="8569" y="2701"/>
                  <a:pt x="7811" y="1620"/>
                </a:cubicBezTo>
                <a:cubicBezTo>
                  <a:pt x="7017" y="489"/>
                  <a:pt x="5918" y="0"/>
                  <a:pt x="48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 rot="-4911610">
            <a:off x="2506027" y="-563756"/>
            <a:ext cx="876873" cy="719160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3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2284523" y="1701325"/>
            <a:ext cx="55878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2284512" y="3128350"/>
            <a:ext cx="55878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Kanit"/>
              <a:buNone/>
              <a:defRPr sz="25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>
            <a:off x="2284513" y="1951500"/>
            <a:ext cx="55878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>
            <a:off x="2284513" y="3381600"/>
            <a:ext cx="55878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/>
          <p:nvPr/>
        </p:nvSpPr>
        <p:spPr>
          <a:xfrm rot="-2849446">
            <a:off x="3942783" y="4335416"/>
            <a:ext cx="1796684" cy="2528637"/>
          </a:xfrm>
          <a:custGeom>
            <a:avLst/>
            <a:gdLst/>
            <a:ahLst/>
            <a:cxnLst/>
            <a:rect l="l" t="t" r="r" b="b"/>
            <a:pathLst>
              <a:path w="8864" h="12475" extrusionOk="0">
                <a:moveTo>
                  <a:pt x="4240" y="0"/>
                </a:moveTo>
                <a:cubicBezTo>
                  <a:pt x="1692" y="0"/>
                  <a:pt x="376" y="4674"/>
                  <a:pt x="186" y="6747"/>
                </a:cubicBezTo>
                <a:cubicBezTo>
                  <a:pt x="1" y="8768"/>
                  <a:pt x="838" y="11021"/>
                  <a:pt x="2665" y="11905"/>
                </a:cubicBezTo>
                <a:cubicBezTo>
                  <a:pt x="3103" y="12118"/>
                  <a:pt x="3579" y="12243"/>
                  <a:pt x="4055" y="12344"/>
                </a:cubicBezTo>
                <a:cubicBezTo>
                  <a:pt x="4391" y="12415"/>
                  <a:pt x="4735" y="12474"/>
                  <a:pt x="5076" y="12474"/>
                </a:cubicBezTo>
                <a:cubicBezTo>
                  <a:pt x="5237" y="12474"/>
                  <a:pt x="5397" y="12461"/>
                  <a:pt x="5556" y="12430"/>
                </a:cubicBezTo>
                <a:cubicBezTo>
                  <a:pt x="6678" y="12208"/>
                  <a:pt x="7433" y="11146"/>
                  <a:pt x="7863" y="10085"/>
                </a:cubicBezTo>
                <a:cubicBezTo>
                  <a:pt x="8864" y="7613"/>
                  <a:pt x="8681" y="4691"/>
                  <a:pt x="7381" y="2363"/>
                </a:cubicBezTo>
                <a:cubicBezTo>
                  <a:pt x="6994" y="1672"/>
                  <a:pt x="6504" y="1021"/>
                  <a:pt x="5849" y="572"/>
                </a:cubicBezTo>
                <a:cubicBezTo>
                  <a:pt x="5266" y="173"/>
                  <a:pt x="4730" y="0"/>
                  <a:pt x="42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 rot="1815037">
            <a:off x="-93650" y="4592569"/>
            <a:ext cx="2596996" cy="2126779"/>
          </a:xfrm>
          <a:custGeom>
            <a:avLst/>
            <a:gdLst/>
            <a:ahLst/>
            <a:cxnLst/>
            <a:rect l="l" t="t" r="r" b="b"/>
            <a:pathLst>
              <a:path w="21871" h="17911" extrusionOk="0">
                <a:moveTo>
                  <a:pt x="5112" y="1"/>
                </a:moveTo>
                <a:cubicBezTo>
                  <a:pt x="3735" y="1"/>
                  <a:pt x="2529" y="507"/>
                  <a:pt x="1750" y="1965"/>
                </a:cubicBezTo>
                <a:cubicBezTo>
                  <a:pt x="1" y="5236"/>
                  <a:pt x="1575" y="11012"/>
                  <a:pt x="3687" y="13678"/>
                </a:cubicBezTo>
                <a:cubicBezTo>
                  <a:pt x="5800" y="16345"/>
                  <a:pt x="9196" y="17910"/>
                  <a:pt x="12588" y="17910"/>
                </a:cubicBezTo>
                <a:cubicBezTo>
                  <a:pt x="13326" y="17910"/>
                  <a:pt x="14064" y="17836"/>
                  <a:pt x="14788" y="17683"/>
                </a:cubicBezTo>
                <a:cubicBezTo>
                  <a:pt x="16143" y="17397"/>
                  <a:pt x="17456" y="16848"/>
                  <a:pt x="18527" y="15972"/>
                </a:cubicBezTo>
                <a:cubicBezTo>
                  <a:pt x="21080" y="13882"/>
                  <a:pt x="21870" y="10116"/>
                  <a:pt x="20948" y="6948"/>
                </a:cubicBezTo>
                <a:cubicBezTo>
                  <a:pt x="20640" y="5892"/>
                  <a:pt x="20142" y="4854"/>
                  <a:pt x="19300" y="4147"/>
                </a:cubicBezTo>
                <a:cubicBezTo>
                  <a:pt x="17714" y="2814"/>
                  <a:pt x="15406" y="2978"/>
                  <a:pt x="13389" y="2508"/>
                </a:cubicBezTo>
                <a:cubicBezTo>
                  <a:pt x="11300" y="2021"/>
                  <a:pt x="7863" y="1"/>
                  <a:pt x="511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353375" y="3878367"/>
            <a:ext cx="2942438" cy="2771865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 rot="7766471">
            <a:off x="49071" y="-568171"/>
            <a:ext cx="1575451" cy="986880"/>
          </a:xfrm>
          <a:custGeom>
            <a:avLst/>
            <a:gdLst/>
            <a:ahLst/>
            <a:cxnLst/>
            <a:rect l="l" t="t" r="r" b="b"/>
            <a:pathLst>
              <a:path w="13108" h="8211" extrusionOk="0">
                <a:moveTo>
                  <a:pt x="3174" y="0"/>
                </a:moveTo>
                <a:cubicBezTo>
                  <a:pt x="2624" y="0"/>
                  <a:pt x="2092" y="121"/>
                  <a:pt x="1613" y="419"/>
                </a:cubicBezTo>
                <a:cubicBezTo>
                  <a:pt x="253" y="1265"/>
                  <a:pt x="0" y="3280"/>
                  <a:pt x="742" y="4700"/>
                </a:cubicBezTo>
                <a:cubicBezTo>
                  <a:pt x="1485" y="6119"/>
                  <a:pt x="2958" y="7013"/>
                  <a:pt x="4463" y="7564"/>
                </a:cubicBezTo>
                <a:cubicBezTo>
                  <a:pt x="5539" y="7958"/>
                  <a:pt x="6691" y="8210"/>
                  <a:pt x="7832" y="8210"/>
                </a:cubicBezTo>
                <a:cubicBezTo>
                  <a:pt x="8499" y="8210"/>
                  <a:pt x="9162" y="8124"/>
                  <a:pt x="9803" y="7930"/>
                </a:cubicBezTo>
                <a:cubicBezTo>
                  <a:pt x="11146" y="7521"/>
                  <a:pt x="12403" y="6546"/>
                  <a:pt x="12755" y="5186"/>
                </a:cubicBezTo>
                <a:cubicBezTo>
                  <a:pt x="13107" y="3827"/>
                  <a:pt x="12286" y="2188"/>
                  <a:pt x="10835" y="2072"/>
                </a:cubicBezTo>
                <a:cubicBezTo>
                  <a:pt x="10760" y="2066"/>
                  <a:pt x="10686" y="2063"/>
                  <a:pt x="10613" y="2063"/>
                </a:cubicBezTo>
                <a:cubicBezTo>
                  <a:pt x="10218" y="2063"/>
                  <a:pt x="9849" y="2138"/>
                  <a:pt x="9456" y="2138"/>
                </a:cubicBezTo>
                <a:cubicBezTo>
                  <a:pt x="9284" y="2138"/>
                  <a:pt x="9108" y="2124"/>
                  <a:pt x="8924" y="2083"/>
                </a:cubicBezTo>
                <a:cubicBezTo>
                  <a:pt x="7914" y="1859"/>
                  <a:pt x="6981" y="1282"/>
                  <a:pt x="6066" y="824"/>
                </a:cubicBezTo>
                <a:cubicBezTo>
                  <a:pt x="5176" y="378"/>
                  <a:pt x="4147" y="0"/>
                  <a:pt x="31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7278700" y="-479950"/>
            <a:ext cx="1073551" cy="1292202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5"/>
          <p:cNvGrpSpPr/>
          <p:nvPr/>
        </p:nvGrpSpPr>
        <p:grpSpPr>
          <a:xfrm>
            <a:off x="-103839" y="2044066"/>
            <a:ext cx="716999" cy="1235900"/>
            <a:chOff x="-103839" y="2044066"/>
            <a:chExt cx="716999" cy="1235900"/>
          </a:xfrm>
        </p:grpSpPr>
        <p:sp>
          <p:nvSpPr>
            <p:cNvPr id="51" name="Google Shape;51;p5"/>
            <p:cNvSpPr/>
            <p:nvPr/>
          </p:nvSpPr>
          <p:spPr>
            <a:xfrm rot="-785817">
              <a:off x="-85431" y="2062474"/>
              <a:ext cx="183539" cy="183539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4" y="1"/>
                  </a:moveTo>
                  <a:cubicBezTo>
                    <a:pt x="683" y="1"/>
                    <a:pt x="1" y="682"/>
                    <a:pt x="1" y="1524"/>
                  </a:cubicBezTo>
                  <a:cubicBezTo>
                    <a:pt x="1" y="2365"/>
                    <a:pt x="683" y="3047"/>
                    <a:pt x="1524" y="3047"/>
                  </a:cubicBezTo>
                  <a:cubicBezTo>
                    <a:pt x="2365" y="3047"/>
                    <a:pt x="3047" y="2365"/>
                    <a:pt x="3047" y="1524"/>
                  </a:cubicBezTo>
                  <a:cubicBezTo>
                    <a:pt x="3047" y="682"/>
                    <a:pt x="2365" y="1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rot="-785817">
              <a:off x="130238" y="2257803"/>
              <a:ext cx="142713" cy="142713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4" y="0"/>
                  </a:moveTo>
                  <a:cubicBezTo>
                    <a:pt x="530" y="0"/>
                    <a:pt x="0" y="531"/>
                    <a:pt x="0" y="1186"/>
                  </a:cubicBezTo>
                  <a:cubicBezTo>
                    <a:pt x="0" y="1840"/>
                    <a:pt x="530" y="2370"/>
                    <a:pt x="1184" y="2370"/>
                  </a:cubicBezTo>
                  <a:cubicBezTo>
                    <a:pt x="1839" y="2370"/>
                    <a:pt x="2369" y="1840"/>
                    <a:pt x="2369" y="1186"/>
                  </a:cubicBezTo>
                  <a:cubicBezTo>
                    <a:pt x="2369" y="531"/>
                    <a:pt x="1839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785817">
              <a:off x="268877" y="2417068"/>
              <a:ext cx="142833" cy="142773"/>
            </a:xfrm>
            <a:custGeom>
              <a:avLst/>
              <a:gdLst/>
              <a:ahLst/>
              <a:cxnLst/>
              <a:rect l="l" t="t" r="r" b="b"/>
              <a:pathLst>
                <a:path w="2372" h="2371" extrusionOk="0">
                  <a:moveTo>
                    <a:pt x="1186" y="0"/>
                  </a:moveTo>
                  <a:cubicBezTo>
                    <a:pt x="532" y="0"/>
                    <a:pt x="1" y="531"/>
                    <a:pt x="1" y="1185"/>
                  </a:cubicBezTo>
                  <a:cubicBezTo>
                    <a:pt x="1" y="1840"/>
                    <a:pt x="532" y="2371"/>
                    <a:pt x="1186" y="2371"/>
                  </a:cubicBezTo>
                  <a:cubicBezTo>
                    <a:pt x="1840" y="2371"/>
                    <a:pt x="2371" y="1840"/>
                    <a:pt x="2371" y="1185"/>
                  </a:cubicBezTo>
                  <a:cubicBezTo>
                    <a:pt x="2371" y="531"/>
                    <a:pt x="1840" y="0"/>
                    <a:pt x="11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 rot="-785817">
              <a:off x="404401" y="2617620"/>
              <a:ext cx="102067" cy="101946"/>
            </a:xfrm>
            <a:custGeom>
              <a:avLst/>
              <a:gdLst/>
              <a:ahLst/>
              <a:cxnLst/>
              <a:rect l="l" t="t" r="r" b="b"/>
              <a:pathLst>
                <a:path w="1695" h="1693" extrusionOk="0">
                  <a:moveTo>
                    <a:pt x="848" y="1"/>
                  </a:moveTo>
                  <a:cubicBezTo>
                    <a:pt x="380" y="1"/>
                    <a:pt x="1" y="379"/>
                    <a:pt x="1" y="847"/>
                  </a:cubicBezTo>
                  <a:cubicBezTo>
                    <a:pt x="1" y="1314"/>
                    <a:pt x="380" y="1693"/>
                    <a:pt x="848" y="1693"/>
                  </a:cubicBezTo>
                  <a:cubicBezTo>
                    <a:pt x="1315" y="1693"/>
                    <a:pt x="1694" y="1314"/>
                    <a:pt x="1694" y="847"/>
                  </a:cubicBezTo>
                  <a:cubicBezTo>
                    <a:pt x="1694" y="379"/>
                    <a:pt x="1315" y="1"/>
                    <a:pt x="8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rot="-785817">
              <a:off x="464965" y="2788392"/>
              <a:ext cx="102006" cy="101946"/>
            </a:xfrm>
            <a:custGeom>
              <a:avLst/>
              <a:gdLst/>
              <a:ahLst/>
              <a:cxnLst/>
              <a:rect l="l" t="t" r="r" b="b"/>
              <a:pathLst>
                <a:path w="1694" h="1693" extrusionOk="0">
                  <a:moveTo>
                    <a:pt x="847" y="0"/>
                  </a:moveTo>
                  <a:cubicBezTo>
                    <a:pt x="379" y="0"/>
                    <a:pt x="1" y="378"/>
                    <a:pt x="1" y="846"/>
                  </a:cubicBezTo>
                  <a:cubicBezTo>
                    <a:pt x="1" y="1313"/>
                    <a:pt x="379" y="1692"/>
                    <a:pt x="847" y="1692"/>
                  </a:cubicBezTo>
                  <a:cubicBezTo>
                    <a:pt x="1315" y="1692"/>
                    <a:pt x="1693" y="1313"/>
                    <a:pt x="1693" y="846"/>
                  </a:cubicBezTo>
                  <a:cubicBezTo>
                    <a:pt x="1693" y="378"/>
                    <a:pt x="1315" y="0"/>
                    <a:pt x="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rot="-785817">
              <a:off x="499969" y="2978712"/>
              <a:ext cx="101946" cy="101946"/>
            </a:xfrm>
            <a:custGeom>
              <a:avLst/>
              <a:gdLst/>
              <a:ahLst/>
              <a:cxnLst/>
              <a:rect l="l" t="t" r="r" b="b"/>
              <a:pathLst>
                <a:path w="1693" h="1693" extrusionOk="0">
                  <a:moveTo>
                    <a:pt x="847" y="0"/>
                  </a:moveTo>
                  <a:cubicBezTo>
                    <a:pt x="380" y="0"/>
                    <a:pt x="1" y="379"/>
                    <a:pt x="1" y="847"/>
                  </a:cubicBezTo>
                  <a:cubicBezTo>
                    <a:pt x="1" y="1313"/>
                    <a:pt x="380" y="1693"/>
                    <a:pt x="847" y="1693"/>
                  </a:cubicBezTo>
                  <a:cubicBezTo>
                    <a:pt x="1314" y="1693"/>
                    <a:pt x="1693" y="1313"/>
                    <a:pt x="1693" y="847"/>
                  </a:cubicBezTo>
                  <a:cubicBezTo>
                    <a:pt x="1693" y="379"/>
                    <a:pt x="1314" y="0"/>
                    <a:pt x="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-785817">
              <a:off x="500922" y="3167729"/>
              <a:ext cx="102006" cy="102006"/>
            </a:xfrm>
            <a:custGeom>
              <a:avLst/>
              <a:gdLst/>
              <a:ahLst/>
              <a:cxnLst/>
              <a:rect l="l" t="t" r="r" b="b"/>
              <a:pathLst>
                <a:path w="1694" h="1694" extrusionOk="0">
                  <a:moveTo>
                    <a:pt x="847" y="0"/>
                  </a:moveTo>
                  <a:cubicBezTo>
                    <a:pt x="379" y="0"/>
                    <a:pt x="1" y="379"/>
                    <a:pt x="1" y="847"/>
                  </a:cubicBezTo>
                  <a:cubicBezTo>
                    <a:pt x="1" y="1314"/>
                    <a:pt x="379" y="1693"/>
                    <a:pt x="847" y="1693"/>
                  </a:cubicBezTo>
                  <a:cubicBezTo>
                    <a:pt x="1314" y="1693"/>
                    <a:pt x="1693" y="1314"/>
                    <a:pt x="1693" y="847"/>
                  </a:cubicBezTo>
                  <a:cubicBezTo>
                    <a:pt x="1693" y="379"/>
                    <a:pt x="1314" y="0"/>
                    <a:pt x="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5"/>
          <p:cNvGrpSpPr/>
          <p:nvPr/>
        </p:nvGrpSpPr>
        <p:grpSpPr>
          <a:xfrm>
            <a:off x="8570297" y="1017731"/>
            <a:ext cx="379187" cy="950295"/>
            <a:chOff x="8570297" y="1017731"/>
            <a:chExt cx="379187" cy="950295"/>
          </a:xfrm>
        </p:grpSpPr>
        <p:sp>
          <p:nvSpPr>
            <p:cNvPr id="59" name="Google Shape;59;p5"/>
            <p:cNvSpPr/>
            <p:nvPr/>
          </p:nvSpPr>
          <p:spPr>
            <a:xfrm rot="10410667">
              <a:off x="8672057" y="1263032"/>
              <a:ext cx="244717" cy="244717"/>
            </a:xfrm>
            <a:custGeom>
              <a:avLst/>
              <a:gdLst/>
              <a:ahLst/>
              <a:cxnLst/>
              <a:rect l="l" t="t" r="r" b="b"/>
              <a:pathLst>
                <a:path w="4064" h="4064" extrusionOk="0">
                  <a:moveTo>
                    <a:pt x="2032" y="1"/>
                  </a:moveTo>
                  <a:cubicBezTo>
                    <a:pt x="911" y="1"/>
                    <a:pt x="1" y="910"/>
                    <a:pt x="1" y="2032"/>
                  </a:cubicBezTo>
                  <a:cubicBezTo>
                    <a:pt x="1" y="3153"/>
                    <a:pt x="911" y="4063"/>
                    <a:pt x="2032" y="4063"/>
                  </a:cubicBezTo>
                  <a:cubicBezTo>
                    <a:pt x="3154" y="4063"/>
                    <a:pt x="4063" y="3153"/>
                    <a:pt x="4063" y="2032"/>
                  </a:cubicBezTo>
                  <a:cubicBezTo>
                    <a:pt x="4063" y="910"/>
                    <a:pt x="3154" y="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 rot="10410667">
              <a:off x="8756163" y="1572861"/>
              <a:ext cx="183538" cy="183538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5" y="0"/>
                  </a:moveTo>
                  <a:cubicBezTo>
                    <a:pt x="683" y="0"/>
                    <a:pt x="0" y="682"/>
                    <a:pt x="0" y="1523"/>
                  </a:cubicBezTo>
                  <a:cubicBezTo>
                    <a:pt x="0" y="2365"/>
                    <a:pt x="683" y="3048"/>
                    <a:pt x="1525" y="3048"/>
                  </a:cubicBezTo>
                  <a:cubicBezTo>
                    <a:pt x="2365" y="3048"/>
                    <a:pt x="3048" y="2365"/>
                    <a:pt x="3048" y="1523"/>
                  </a:cubicBezTo>
                  <a:cubicBezTo>
                    <a:pt x="3048" y="682"/>
                    <a:pt x="2365" y="0"/>
                    <a:pt x="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 rot="10410667">
              <a:off x="8580080" y="1027511"/>
              <a:ext cx="183477" cy="183538"/>
            </a:xfrm>
            <a:custGeom>
              <a:avLst/>
              <a:gdLst/>
              <a:ahLst/>
              <a:cxnLst/>
              <a:rect l="l" t="t" r="r" b="b"/>
              <a:pathLst>
                <a:path w="3047" h="3048" extrusionOk="0">
                  <a:moveTo>
                    <a:pt x="1523" y="1"/>
                  </a:moveTo>
                  <a:cubicBezTo>
                    <a:pt x="682" y="1"/>
                    <a:pt x="0" y="683"/>
                    <a:pt x="0" y="1524"/>
                  </a:cubicBezTo>
                  <a:cubicBezTo>
                    <a:pt x="0" y="2365"/>
                    <a:pt x="682" y="3047"/>
                    <a:pt x="1523" y="3047"/>
                  </a:cubicBezTo>
                  <a:cubicBezTo>
                    <a:pt x="2365" y="3047"/>
                    <a:pt x="3046" y="2365"/>
                    <a:pt x="3046" y="1524"/>
                  </a:cubicBezTo>
                  <a:cubicBezTo>
                    <a:pt x="3046" y="683"/>
                    <a:pt x="2365" y="1"/>
                    <a:pt x="1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 rot="10410667">
              <a:off x="8764709" y="1817709"/>
              <a:ext cx="142711" cy="142711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5" y="0"/>
                  </a:moveTo>
                  <a:cubicBezTo>
                    <a:pt x="530" y="0"/>
                    <a:pt x="1" y="531"/>
                    <a:pt x="1" y="1185"/>
                  </a:cubicBezTo>
                  <a:cubicBezTo>
                    <a:pt x="1" y="1840"/>
                    <a:pt x="530" y="2369"/>
                    <a:pt x="1185" y="2369"/>
                  </a:cubicBezTo>
                  <a:cubicBezTo>
                    <a:pt x="1839" y="2369"/>
                    <a:pt x="2370" y="1840"/>
                    <a:pt x="2370" y="1185"/>
                  </a:cubicBezTo>
                  <a:cubicBezTo>
                    <a:pt x="2370" y="531"/>
                    <a:pt x="1839" y="0"/>
                    <a:pt x="1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ubTitle" idx="1"/>
          </p:nvPr>
        </p:nvSpPr>
        <p:spPr>
          <a:xfrm>
            <a:off x="1024800" y="1690550"/>
            <a:ext cx="3788700" cy="25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9pPr>
          </a:lstStyle>
          <a:p>
            <a:endParaRPr/>
          </a:p>
        </p:txBody>
      </p:sp>
      <p:sp>
        <p:nvSpPr>
          <p:cNvPr id="75" name="Google Shape;75;p7"/>
          <p:cNvSpPr/>
          <p:nvPr/>
        </p:nvSpPr>
        <p:spPr>
          <a:xfrm rot="-8958629">
            <a:off x="7775211" y="-241678"/>
            <a:ext cx="2479779" cy="1553361"/>
          </a:xfrm>
          <a:custGeom>
            <a:avLst/>
            <a:gdLst/>
            <a:ahLst/>
            <a:cxnLst/>
            <a:rect l="l" t="t" r="r" b="b"/>
            <a:pathLst>
              <a:path w="13108" h="8211" extrusionOk="0">
                <a:moveTo>
                  <a:pt x="3174" y="0"/>
                </a:moveTo>
                <a:cubicBezTo>
                  <a:pt x="2624" y="0"/>
                  <a:pt x="2092" y="121"/>
                  <a:pt x="1613" y="419"/>
                </a:cubicBezTo>
                <a:cubicBezTo>
                  <a:pt x="253" y="1265"/>
                  <a:pt x="0" y="3280"/>
                  <a:pt x="742" y="4700"/>
                </a:cubicBezTo>
                <a:cubicBezTo>
                  <a:pt x="1485" y="6119"/>
                  <a:pt x="2958" y="7013"/>
                  <a:pt x="4463" y="7564"/>
                </a:cubicBezTo>
                <a:cubicBezTo>
                  <a:pt x="5539" y="7958"/>
                  <a:pt x="6691" y="8210"/>
                  <a:pt x="7832" y="8210"/>
                </a:cubicBezTo>
                <a:cubicBezTo>
                  <a:pt x="8499" y="8210"/>
                  <a:pt x="9162" y="8124"/>
                  <a:pt x="9803" y="7930"/>
                </a:cubicBezTo>
                <a:cubicBezTo>
                  <a:pt x="11146" y="7521"/>
                  <a:pt x="12403" y="6546"/>
                  <a:pt x="12755" y="5186"/>
                </a:cubicBezTo>
                <a:cubicBezTo>
                  <a:pt x="13107" y="3827"/>
                  <a:pt x="12286" y="2188"/>
                  <a:pt x="10835" y="2072"/>
                </a:cubicBezTo>
                <a:cubicBezTo>
                  <a:pt x="10760" y="2066"/>
                  <a:pt x="10686" y="2063"/>
                  <a:pt x="10613" y="2063"/>
                </a:cubicBezTo>
                <a:cubicBezTo>
                  <a:pt x="10218" y="2063"/>
                  <a:pt x="9849" y="2138"/>
                  <a:pt x="9456" y="2138"/>
                </a:cubicBezTo>
                <a:cubicBezTo>
                  <a:pt x="9284" y="2138"/>
                  <a:pt x="9108" y="2124"/>
                  <a:pt x="8924" y="2083"/>
                </a:cubicBezTo>
                <a:cubicBezTo>
                  <a:pt x="7914" y="1859"/>
                  <a:pt x="6981" y="1282"/>
                  <a:pt x="6066" y="824"/>
                </a:cubicBezTo>
                <a:cubicBezTo>
                  <a:pt x="5176" y="378"/>
                  <a:pt x="4147" y="0"/>
                  <a:pt x="31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 rot="-709785">
            <a:off x="7936674" y="263224"/>
            <a:ext cx="349146" cy="420241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"/>
          <p:cNvSpPr/>
          <p:nvPr/>
        </p:nvSpPr>
        <p:spPr>
          <a:xfrm rot="-1161453">
            <a:off x="-196223" y="4129447"/>
            <a:ext cx="852137" cy="1199280"/>
          </a:xfrm>
          <a:custGeom>
            <a:avLst/>
            <a:gdLst/>
            <a:ahLst/>
            <a:cxnLst/>
            <a:rect l="l" t="t" r="r" b="b"/>
            <a:pathLst>
              <a:path w="8864" h="12475" extrusionOk="0">
                <a:moveTo>
                  <a:pt x="4240" y="0"/>
                </a:moveTo>
                <a:cubicBezTo>
                  <a:pt x="1692" y="0"/>
                  <a:pt x="376" y="4674"/>
                  <a:pt x="186" y="6747"/>
                </a:cubicBezTo>
                <a:cubicBezTo>
                  <a:pt x="1" y="8768"/>
                  <a:pt x="838" y="11021"/>
                  <a:pt x="2665" y="11905"/>
                </a:cubicBezTo>
                <a:cubicBezTo>
                  <a:pt x="3103" y="12118"/>
                  <a:pt x="3579" y="12243"/>
                  <a:pt x="4055" y="12344"/>
                </a:cubicBezTo>
                <a:cubicBezTo>
                  <a:pt x="4391" y="12415"/>
                  <a:pt x="4735" y="12474"/>
                  <a:pt x="5076" y="12474"/>
                </a:cubicBezTo>
                <a:cubicBezTo>
                  <a:pt x="5237" y="12474"/>
                  <a:pt x="5397" y="12461"/>
                  <a:pt x="5556" y="12430"/>
                </a:cubicBezTo>
                <a:cubicBezTo>
                  <a:pt x="6678" y="12208"/>
                  <a:pt x="7433" y="11146"/>
                  <a:pt x="7863" y="10085"/>
                </a:cubicBezTo>
                <a:cubicBezTo>
                  <a:pt x="8864" y="7613"/>
                  <a:pt x="8681" y="4691"/>
                  <a:pt x="7381" y="2363"/>
                </a:cubicBezTo>
                <a:cubicBezTo>
                  <a:pt x="6994" y="1672"/>
                  <a:pt x="6504" y="1021"/>
                  <a:pt x="5849" y="572"/>
                </a:cubicBezTo>
                <a:cubicBezTo>
                  <a:pt x="5266" y="173"/>
                  <a:pt x="4730" y="0"/>
                  <a:pt x="42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-540625" y="-542875"/>
            <a:ext cx="1540914" cy="987896"/>
          </a:xfrm>
          <a:custGeom>
            <a:avLst/>
            <a:gdLst/>
            <a:ahLst/>
            <a:cxnLst/>
            <a:rect l="l" t="t" r="r" b="b"/>
            <a:pathLst>
              <a:path w="29494" h="18908" extrusionOk="0">
                <a:moveTo>
                  <a:pt x="5258" y="0"/>
                </a:moveTo>
                <a:cubicBezTo>
                  <a:pt x="3929" y="0"/>
                  <a:pt x="2063" y="84"/>
                  <a:pt x="1238" y="1000"/>
                </a:cubicBezTo>
                <a:cubicBezTo>
                  <a:pt x="1" y="2376"/>
                  <a:pt x="2049" y="3896"/>
                  <a:pt x="3381" y="4515"/>
                </a:cubicBezTo>
                <a:cubicBezTo>
                  <a:pt x="4610" y="5085"/>
                  <a:pt x="5957" y="5364"/>
                  <a:pt x="7198" y="5908"/>
                </a:cubicBezTo>
                <a:cubicBezTo>
                  <a:pt x="9194" y="6783"/>
                  <a:pt x="10876" y="8358"/>
                  <a:pt x="11879" y="10295"/>
                </a:cubicBezTo>
                <a:cubicBezTo>
                  <a:pt x="13266" y="12970"/>
                  <a:pt x="13554" y="16484"/>
                  <a:pt x="16077" y="18130"/>
                </a:cubicBezTo>
                <a:cubicBezTo>
                  <a:pt x="16909" y="18673"/>
                  <a:pt x="17853" y="18907"/>
                  <a:pt x="18824" y="18907"/>
                </a:cubicBezTo>
                <a:cubicBezTo>
                  <a:pt x="20547" y="18907"/>
                  <a:pt x="22353" y="18170"/>
                  <a:pt x="23760" y="17111"/>
                </a:cubicBezTo>
                <a:cubicBezTo>
                  <a:pt x="26258" y="15231"/>
                  <a:pt x="28006" y="12452"/>
                  <a:pt x="28914" y="9459"/>
                </a:cubicBezTo>
                <a:cubicBezTo>
                  <a:pt x="29262" y="8308"/>
                  <a:pt x="29493" y="7069"/>
                  <a:pt x="29177" y="5909"/>
                </a:cubicBezTo>
                <a:cubicBezTo>
                  <a:pt x="28800" y="4524"/>
                  <a:pt x="27678" y="3435"/>
                  <a:pt x="26402" y="2779"/>
                </a:cubicBezTo>
                <a:cubicBezTo>
                  <a:pt x="25125" y="2121"/>
                  <a:pt x="23693" y="1839"/>
                  <a:pt x="22280" y="1590"/>
                </a:cubicBezTo>
                <a:cubicBezTo>
                  <a:pt x="16865" y="631"/>
                  <a:pt x="11377" y="38"/>
                  <a:pt x="5878" y="4"/>
                </a:cubicBezTo>
                <a:cubicBezTo>
                  <a:pt x="5692" y="3"/>
                  <a:pt x="5483" y="0"/>
                  <a:pt x="525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" name="Google Shape;79;p7"/>
          <p:cNvGrpSpPr/>
          <p:nvPr/>
        </p:nvGrpSpPr>
        <p:grpSpPr>
          <a:xfrm rot="3600254" flipH="1">
            <a:off x="7935618" y="4038703"/>
            <a:ext cx="605347" cy="1380774"/>
            <a:chOff x="236785" y="3730931"/>
            <a:chExt cx="605391" cy="1380874"/>
          </a:xfrm>
        </p:grpSpPr>
        <p:sp>
          <p:nvSpPr>
            <p:cNvPr id="80" name="Google Shape;80;p7"/>
            <p:cNvSpPr/>
            <p:nvPr/>
          </p:nvSpPr>
          <p:spPr>
            <a:xfrm>
              <a:off x="236785" y="4135993"/>
              <a:ext cx="218267" cy="218267"/>
            </a:xfrm>
            <a:custGeom>
              <a:avLst/>
              <a:gdLst/>
              <a:ahLst/>
              <a:cxnLst/>
              <a:rect l="l" t="t" r="r" b="b"/>
              <a:pathLst>
                <a:path w="4064" h="4064" extrusionOk="0">
                  <a:moveTo>
                    <a:pt x="2032" y="1"/>
                  </a:moveTo>
                  <a:cubicBezTo>
                    <a:pt x="911" y="1"/>
                    <a:pt x="1" y="910"/>
                    <a:pt x="1" y="2032"/>
                  </a:cubicBezTo>
                  <a:cubicBezTo>
                    <a:pt x="1" y="3153"/>
                    <a:pt x="911" y="4063"/>
                    <a:pt x="2032" y="4063"/>
                  </a:cubicBezTo>
                  <a:cubicBezTo>
                    <a:pt x="3154" y="4063"/>
                    <a:pt x="4063" y="3153"/>
                    <a:pt x="4063" y="2032"/>
                  </a:cubicBezTo>
                  <a:cubicBezTo>
                    <a:pt x="4063" y="910"/>
                    <a:pt x="3154" y="1"/>
                    <a:pt x="20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244788" y="3910422"/>
              <a:ext cx="163700" cy="163700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5" y="0"/>
                  </a:moveTo>
                  <a:cubicBezTo>
                    <a:pt x="683" y="0"/>
                    <a:pt x="0" y="682"/>
                    <a:pt x="0" y="1523"/>
                  </a:cubicBezTo>
                  <a:cubicBezTo>
                    <a:pt x="0" y="2365"/>
                    <a:pt x="683" y="3048"/>
                    <a:pt x="1525" y="3048"/>
                  </a:cubicBezTo>
                  <a:cubicBezTo>
                    <a:pt x="2365" y="3048"/>
                    <a:pt x="3048" y="2365"/>
                    <a:pt x="3048" y="1523"/>
                  </a:cubicBezTo>
                  <a:cubicBezTo>
                    <a:pt x="3048" y="682"/>
                    <a:pt x="2365" y="0"/>
                    <a:pt x="1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345919" y="4411459"/>
              <a:ext cx="163647" cy="163700"/>
            </a:xfrm>
            <a:custGeom>
              <a:avLst/>
              <a:gdLst/>
              <a:ahLst/>
              <a:cxnLst/>
              <a:rect l="l" t="t" r="r" b="b"/>
              <a:pathLst>
                <a:path w="3047" h="3048" extrusionOk="0">
                  <a:moveTo>
                    <a:pt x="1523" y="1"/>
                  </a:moveTo>
                  <a:cubicBezTo>
                    <a:pt x="682" y="1"/>
                    <a:pt x="0" y="683"/>
                    <a:pt x="0" y="1524"/>
                  </a:cubicBezTo>
                  <a:cubicBezTo>
                    <a:pt x="0" y="2365"/>
                    <a:pt x="682" y="3047"/>
                    <a:pt x="1523" y="3047"/>
                  </a:cubicBezTo>
                  <a:cubicBezTo>
                    <a:pt x="2365" y="3047"/>
                    <a:pt x="3046" y="2365"/>
                    <a:pt x="3046" y="1524"/>
                  </a:cubicBezTo>
                  <a:cubicBezTo>
                    <a:pt x="3046" y="683"/>
                    <a:pt x="2365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74065" y="4608458"/>
              <a:ext cx="163700" cy="163700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4" y="1"/>
                  </a:moveTo>
                  <a:cubicBezTo>
                    <a:pt x="683" y="1"/>
                    <a:pt x="1" y="682"/>
                    <a:pt x="1" y="1524"/>
                  </a:cubicBezTo>
                  <a:cubicBezTo>
                    <a:pt x="1" y="2365"/>
                    <a:pt x="683" y="3047"/>
                    <a:pt x="1524" y="3047"/>
                  </a:cubicBezTo>
                  <a:cubicBezTo>
                    <a:pt x="2365" y="3047"/>
                    <a:pt x="3047" y="2365"/>
                    <a:pt x="3047" y="1524"/>
                  </a:cubicBezTo>
                  <a:cubicBezTo>
                    <a:pt x="3047" y="682"/>
                    <a:pt x="2365" y="1"/>
                    <a:pt x="15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626541" y="4818078"/>
              <a:ext cx="127287" cy="127287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4" y="0"/>
                  </a:moveTo>
                  <a:cubicBezTo>
                    <a:pt x="530" y="0"/>
                    <a:pt x="0" y="531"/>
                    <a:pt x="0" y="1186"/>
                  </a:cubicBezTo>
                  <a:cubicBezTo>
                    <a:pt x="0" y="1840"/>
                    <a:pt x="530" y="2370"/>
                    <a:pt x="1184" y="2370"/>
                  </a:cubicBezTo>
                  <a:cubicBezTo>
                    <a:pt x="1839" y="2370"/>
                    <a:pt x="2369" y="1840"/>
                    <a:pt x="2369" y="1186"/>
                  </a:cubicBezTo>
                  <a:cubicBezTo>
                    <a:pt x="2369" y="531"/>
                    <a:pt x="1839" y="0"/>
                    <a:pt x="1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714782" y="4984464"/>
              <a:ext cx="127394" cy="127340"/>
            </a:xfrm>
            <a:custGeom>
              <a:avLst/>
              <a:gdLst/>
              <a:ahLst/>
              <a:cxnLst/>
              <a:rect l="l" t="t" r="r" b="b"/>
              <a:pathLst>
                <a:path w="2372" h="2371" extrusionOk="0">
                  <a:moveTo>
                    <a:pt x="1186" y="0"/>
                  </a:moveTo>
                  <a:cubicBezTo>
                    <a:pt x="532" y="0"/>
                    <a:pt x="1" y="531"/>
                    <a:pt x="1" y="1185"/>
                  </a:cubicBezTo>
                  <a:cubicBezTo>
                    <a:pt x="1" y="1840"/>
                    <a:pt x="532" y="2371"/>
                    <a:pt x="1186" y="2371"/>
                  </a:cubicBezTo>
                  <a:cubicBezTo>
                    <a:pt x="1840" y="2371"/>
                    <a:pt x="2371" y="1840"/>
                    <a:pt x="2371" y="1185"/>
                  </a:cubicBezTo>
                  <a:cubicBezTo>
                    <a:pt x="2371" y="531"/>
                    <a:pt x="1840" y="0"/>
                    <a:pt x="1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296132" y="3730931"/>
              <a:ext cx="127287" cy="127287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5" y="0"/>
                  </a:moveTo>
                  <a:cubicBezTo>
                    <a:pt x="530" y="0"/>
                    <a:pt x="1" y="531"/>
                    <a:pt x="1" y="1185"/>
                  </a:cubicBezTo>
                  <a:cubicBezTo>
                    <a:pt x="1" y="1840"/>
                    <a:pt x="530" y="2369"/>
                    <a:pt x="1185" y="2369"/>
                  </a:cubicBezTo>
                  <a:cubicBezTo>
                    <a:pt x="1839" y="2369"/>
                    <a:pt x="2370" y="1840"/>
                    <a:pt x="2370" y="1185"/>
                  </a:cubicBezTo>
                  <a:cubicBezTo>
                    <a:pt x="2370" y="531"/>
                    <a:pt x="1839" y="0"/>
                    <a:pt x="1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7"/>
          <p:cNvSpPr/>
          <p:nvPr/>
        </p:nvSpPr>
        <p:spPr>
          <a:xfrm rot="422780">
            <a:off x="2951830" y="4721015"/>
            <a:ext cx="2627524" cy="2151780"/>
          </a:xfrm>
          <a:custGeom>
            <a:avLst/>
            <a:gdLst/>
            <a:ahLst/>
            <a:cxnLst/>
            <a:rect l="l" t="t" r="r" b="b"/>
            <a:pathLst>
              <a:path w="21871" h="17911" extrusionOk="0">
                <a:moveTo>
                  <a:pt x="5112" y="1"/>
                </a:moveTo>
                <a:cubicBezTo>
                  <a:pt x="3735" y="1"/>
                  <a:pt x="2529" y="507"/>
                  <a:pt x="1750" y="1965"/>
                </a:cubicBezTo>
                <a:cubicBezTo>
                  <a:pt x="1" y="5236"/>
                  <a:pt x="1575" y="11012"/>
                  <a:pt x="3687" y="13678"/>
                </a:cubicBezTo>
                <a:cubicBezTo>
                  <a:pt x="5800" y="16345"/>
                  <a:pt x="9196" y="17910"/>
                  <a:pt x="12588" y="17910"/>
                </a:cubicBezTo>
                <a:cubicBezTo>
                  <a:pt x="13326" y="17910"/>
                  <a:pt x="14064" y="17836"/>
                  <a:pt x="14788" y="17683"/>
                </a:cubicBezTo>
                <a:cubicBezTo>
                  <a:pt x="16143" y="17397"/>
                  <a:pt x="17456" y="16848"/>
                  <a:pt x="18527" y="15972"/>
                </a:cubicBezTo>
                <a:cubicBezTo>
                  <a:pt x="21080" y="13882"/>
                  <a:pt x="21870" y="10116"/>
                  <a:pt x="20948" y="6948"/>
                </a:cubicBezTo>
                <a:cubicBezTo>
                  <a:pt x="20640" y="5892"/>
                  <a:pt x="20142" y="4854"/>
                  <a:pt x="19300" y="4147"/>
                </a:cubicBezTo>
                <a:cubicBezTo>
                  <a:pt x="17714" y="2814"/>
                  <a:pt x="15406" y="2978"/>
                  <a:pt x="13389" y="2508"/>
                </a:cubicBezTo>
                <a:cubicBezTo>
                  <a:pt x="11300" y="2021"/>
                  <a:pt x="7863" y="1"/>
                  <a:pt x="5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 rot="-9129570">
            <a:off x="4424464" y="-870141"/>
            <a:ext cx="1321834" cy="1245232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>
            <a:spLocks noGrp="1"/>
          </p:cNvSpPr>
          <p:nvPr>
            <p:ph type="title"/>
          </p:nvPr>
        </p:nvSpPr>
        <p:spPr>
          <a:xfrm>
            <a:off x="2163775" y="1414475"/>
            <a:ext cx="4816500" cy="23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1" name="Google Shape;91;p8"/>
          <p:cNvSpPr/>
          <p:nvPr/>
        </p:nvSpPr>
        <p:spPr>
          <a:xfrm rot="-426311">
            <a:off x="-575191" y="-280896"/>
            <a:ext cx="3014124" cy="2251660"/>
          </a:xfrm>
          <a:custGeom>
            <a:avLst/>
            <a:gdLst/>
            <a:ahLst/>
            <a:cxnLst/>
            <a:rect l="l" t="t" r="r" b="b"/>
            <a:pathLst>
              <a:path w="19225" h="14362" extrusionOk="0">
                <a:moveTo>
                  <a:pt x="10892" y="1"/>
                </a:moveTo>
                <a:cubicBezTo>
                  <a:pt x="9109" y="1"/>
                  <a:pt x="7320" y="246"/>
                  <a:pt x="5572" y="714"/>
                </a:cubicBezTo>
                <a:cubicBezTo>
                  <a:pt x="2167" y="1626"/>
                  <a:pt x="527" y="3422"/>
                  <a:pt x="164" y="7142"/>
                </a:cubicBezTo>
                <a:cubicBezTo>
                  <a:pt x="0" y="8824"/>
                  <a:pt x="135" y="10599"/>
                  <a:pt x="982" y="12062"/>
                </a:cubicBezTo>
                <a:cubicBezTo>
                  <a:pt x="1741" y="13372"/>
                  <a:pt x="3171" y="14361"/>
                  <a:pt x="4661" y="14361"/>
                </a:cubicBezTo>
                <a:cubicBezTo>
                  <a:pt x="4835" y="14361"/>
                  <a:pt x="5009" y="14348"/>
                  <a:pt x="5184" y="14320"/>
                </a:cubicBezTo>
                <a:cubicBezTo>
                  <a:pt x="7039" y="14022"/>
                  <a:pt x="8271" y="12316"/>
                  <a:pt x="9433" y="10841"/>
                </a:cubicBezTo>
                <a:cubicBezTo>
                  <a:pt x="10993" y="8857"/>
                  <a:pt x="12849" y="7011"/>
                  <a:pt x="15174" y="6025"/>
                </a:cubicBezTo>
                <a:cubicBezTo>
                  <a:pt x="16595" y="5421"/>
                  <a:pt x="18335" y="5003"/>
                  <a:pt x="18972" y="3598"/>
                </a:cubicBezTo>
                <a:cubicBezTo>
                  <a:pt x="19221" y="3046"/>
                  <a:pt x="19224" y="2334"/>
                  <a:pt x="18809" y="1893"/>
                </a:cubicBezTo>
                <a:cubicBezTo>
                  <a:pt x="18606" y="1678"/>
                  <a:pt x="18328" y="1550"/>
                  <a:pt x="18054" y="1435"/>
                </a:cubicBezTo>
                <a:cubicBezTo>
                  <a:pt x="15761" y="460"/>
                  <a:pt x="13333" y="1"/>
                  <a:pt x="108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653926" y="-740075"/>
            <a:ext cx="3010992" cy="2371993"/>
          </a:xfrm>
          <a:custGeom>
            <a:avLst/>
            <a:gdLst/>
            <a:ahLst/>
            <a:cxnLst/>
            <a:rect l="l" t="t" r="r" b="b"/>
            <a:pathLst>
              <a:path w="10157" h="8002" extrusionOk="0">
                <a:moveTo>
                  <a:pt x="4516" y="1"/>
                </a:moveTo>
                <a:cubicBezTo>
                  <a:pt x="1685" y="1"/>
                  <a:pt x="0" y="3627"/>
                  <a:pt x="1423" y="5974"/>
                </a:cubicBezTo>
                <a:cubicBezTo>
                  <a:pt x="2140" y="7157"/>
                  <a:pt x="3480" y="7920"/>
                  <a:pt x="4861" y="7996"/>
                </a:cubicBezTo>
                <a:cubicBezTo>
                  <a:pt x="4935" y="8000"/>
                  <a:pt x="5009" y="8002"/>
                  <a:pt x="5082" y="8002"/>
                </a:cubicBezTo>
                <a:cubicBezTo>
                  <a:pt x="6407" y="8002"/>
                  <a:pt x="7739" y="7367"/>
                  <a:pt x="8476" y="6267"/>
                </a:cubicBezTo>
                <a:cubicBezTo>
                  <a:pt x="10156" y="3762"/>
                  <a:pt x="7731" y="446"/>
                  <a:pt x="5028" y="40"/>
                </a:cubicBezTo>
                <a:cubicBezTo>
                  <a:pt x="4854" y="13"/>
                  <a:pt x="4683" y="1"/>
                  <a:pt x="45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/>
          <p:cNvSpPr/>
          <p:nvPr/>
        </p:nvSpPr>
        <p:spPr>
          <a:xfrm rot="-705190">
            <a:off x="6425975" y="3800569"/>
            <a:ext cx="4974822" cy="2316624"/>
          </a:xfrm>
          <a:custGeom>
            <a:avLst/>
            <a:gdLst/>
            <a:ahLst/>
            <a:cxnLst/>
            <a:rect l="l" t="t" r="r" b="b"/>
            <a:pathLst>
              <a:path w="32435" h="15104" extrusionOk="0">
                <a:moveTo>
                  <a:pt x="19826" y="0"/>
                </a:moveTo>
                <a:cubicBezTo>
                  <a:pt x="16806" y="0"/>
                  <a:pt x="14531" y="2829"/>
                  <a:pt x="11637" y="3741"/>
                </a:cubicBezTo>
                <a:cubicBezTo>
                  <a:pt x="8582" y="4703"/>
                  <a:pt x="4889" y="3517"/>
                  <a:pt x="2299" y="5401"/>
                </a:cubicBezTo>
                <a:cubicBezTo>
                  <a:pt x="472" y="6730"/>
                  <a:pt x="1" y="9210"/>
                  <a:pt x="526" y="11304"/>
                </a:cubicBezTo>
                <a:cubicBezTo>
                  <a:pt x="1165" y="13847"/>
                  <a:pt x="3393" y="13899"/>
                  <a:pt x="5729" y="14157"/>
                </a:cubicBezTo>
                <a:cubicBezTo>
                  <a:pt x="11416" y="14788"/>
                  <a:pt x="17138" y="15104"/>
                  <a:pt x="22860" y="15104"/>
                </a:cubicBezTo>
                <a:cubicBezTo>
                  <a:pt x="25956" y="15104"/>
                  <a:pt x="29052" y="15011"/>
                  <a:pt x="32143" y="14826"/>
                </a:cubicBezTo>
                <a:cubicBezTo>
                  <a:pt x="32346" y="13227"/>
                  <a:pt x="32434" y="11323"/>
                  <a:pt x="31180" y="10310"/>
                </a:cubicBezTo>
                <a:cubicBezTo>
                  <a:pt x="30401" y="9681"/>
                  <a:pt x="29316" y="9603"/>
                  <a:pt x="28433" y="9131"/>
                </a:cubicBezTo>
                <a:cubicBezTo>
                  <a:pt x="26549" y="8122"/>
                  <a:pt x="26072" y="5707"/>
                  <a:pt x="25120" y="3794"/>
                </a:cubicBezTo>
                <a:cubicBezTo>
                  <a:pt x="24114" y="1775"/>
                  <a:pt x="22175" y="46"/>
                  <a:pt x="19920" y="1"/>
                </a:cubicBezTo>
                <a:cubicBezTo>
                  <a:pt x="19889" y="1"/>
                  <a:pt x="19857" y="0"/>
                  <a:pt x="198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8428900" y="686112"/>
            <a:ext cx="1153221" cy="945819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1000850" y="305500"/>
            <a:ext cx="776884" cy="612053"/>
          </a:xfrm>
          <a:custGeom>
            <a:avLst/>
            <a:gdLst/>
            <a:ahLst/>
            <a:cxnLst/>
            <a:rect l="l" t="t" r="r" b="b"/>
            <a:pathLst>
              <a:path w="10157" h="8002" extrusionOk="0">
                <a:moveTo>
                  <a:pt x="4516" y="1"/>
                </a:moveTo>
                <a:cubicBezTo>
                  <a:pt x="1685" y="1"/>
                  <a:pt x="0" y="3627"/>
                  <a:pt x="1423" y="5974"/>
                </a:cubicBezTo>
                <a:cubicBezTo>
                  <a:pt x="2140" y="7157"/>
                  <a:pt x="3480" y="7920"/>
                  <a:pt x="4861" y="7996"/>
                </a:cubicBezTo>
                <a:cubicBezTo>
                  <a:pt x="4935" y="8000"/>
                  <a:pt x="5009" y="8002"/>
                  <a:pt x="5082" y="8002"/>
                </a:cubicBezTo>
                <a:cubicBezTo>
                  <a:pt x="6407" y="8002"/>
                  <a:pt x="7739" y="7367"/>
                  <a:pt x="8476" y="6267"/>
                </a:cubicBezTo>
                <a:cubicBezTo>
                  <a:pt x="10156" y="3762"/>
                  <a:pt x="7731" y="446"/>
                  <a:pt x="5028" y="40"/>
                </a:cubicBezTo>
                <a:cubicBezTo>
                  <a:pt x="4854" y="13"/>
                  <a:pt x="4683" y="1"/>
                  <a:pt x="45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-821823" y="4433899"/>
            <a:ext cx="1867034" cy="1470808"/>
          </a:xfrm>
          <a:custGeom>
            <a:avLst/>
            <a:gdLst/>
            <a:ahLst/>
            <a:cxnLst/>
            <a:rect l="l" t="t" r="r" b="b"/>
            <a:pathLst>
              <a:path w="10157" h="8002" extrusionOk="0">
                <a:moveTo>
                  <a:pt x="4516" y="1"/>
                </a:moveTo>
                <a:cubicBezTo>
                  <a:pt x="1685" y="1"/>
                  <a:pt x="0" y="3627"/>
                  <a:pt x="1423" y="5974"/>
                </a:cubicBezTo>
                <a:cubicBezTo>
                  <a:pt x="2140" y="7157"/>
                  <a:pt x="3480" y="7920"/>
                  <a:pt x="4861" y="7996"/>
                </a:cubicBezTo>
                <a:cubicBezTo>
                  <a:pt x="4935" y="8000"/>
                  <a:pt x="5009" y="8002"/>
                  <a:pt x="5082" y="8002"/>
                </a:cubicBezTo>
                <a:cubicBezTo>
                  <a:pt x="6407" y="8002"/>
                  <a:pt x="7739" y="7367"/>
                  <a:pt x="8476" y="6267"/>
                </a:cubicBezTo>
                <a:cubicBezTo>
                  <a:pt x="10156" y="3762"/>
                  <a:pt x="7731" y="446"/>
                  <a:pt x="5028" y="40"/>
                </a:cubicBezTo>
                <a:cubicBezTo>
                  <a:pt x="4854" y="13"/>
                  <a:pt x="4683" y="1"/>
                  <a:pt x="45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2" hasCustomPrompt="1"/>
          </p:nvPr>
        </p:nvSpPr>
        <p:spPr>
          <a:xfrm>
            <a:off x="1516150" y="1573650"/>
            <a:ext cx="734400" cy="35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1"/>
          </p:nvPr>
        </p:nvSpPr>
        <p:spPr>
          <a:xfrm>
            <a:off x="719925" y="23396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3" hasCustomPrompt="1"/>
          </p:nvPr>
        </p:nvSpPr>
        <p:spPr>
          <a:xfrm>
            <a:off x="4204825" y="1573650"/>
            <a:ext cx="734400" cy="35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4"/>
          </p:nvPr>
        </p:nvSpPr>
        <p:spPr>
          <a:xfrm>
            <a:off x="3403813" y="23396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5" hasCustomPrompt="1"/>
          </p:nvPr>
        </p:nvSpPr>
        <p:spPr>
          <a:xfrm>
            <a:off x="2860475" y="3318388"/>
            <a:ext cx="734400" cy="35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6"/>
          </p:nvPr>
        </p:nvSpPr>
        <p:spPr>
          <a:xfrm>
            <a:off x="2059475" y="40657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 idx="7" hasCustomPrompt="1"/>
          </p:nvPr>
        </p:nvSpPr>
        <p:spPr>
          <a:xfrm>
            <a:off x="5549150" y="3318350"/>
            <a:ext cx="734400" cy="35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8"/>
          </p:nvPr>
        </p:nvSpPr>
        <p:spPr>
          <a:xfrm>
            <a:off x="4748163" y="40657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9"/>
          </p:nvPr>
        </p:nvSpPr>
        <p:spPr>
          <a:xfrm>
            <a:off x="720000" y="2132500"/>
            <a:ext cx="2336400" cy="3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3"/>
          </p:nvPr>
        </p:nvSpPr>
        <p:spPr>
          <a:xfrm>
            <a:off x="3403825" y="2132500"/>
            <a:ext cx="2336400" cy="3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14"/>
          </p:nvPr>
        </p:nvSpPr>
        <p:spPr>
          <a:xfrm>
            <a:off x="2059450" y="3862475"/>
            <a:ext cx="2336400" cy="3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15"/>
          </p:nvPr>
        </p:nvSpPr>
        <p:spPr>
          <a:xfrm>
            <a:off x="4748200" y="3862400"/>
            <a:ext cx="2336400" cy="3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16" hasCustomPrompt="1"/>
          </p:nvPr>
        </p:nvSpPr>
        <p:spPr>
          <a:xfrm>
            <a:off x="6893500" y="1573650"/>
            <a:ext cx="734400" cy="35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17"/>
          </p:nvPr>
        </p:nvSpPr>
        <p:spPr>
          <a:xfrm>
            <a:off x="6087700" y="23396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18"/>
          </p:nvPr>
        </p:nvSpPr>
        <p:spPr>
          <a:xfrm>
            <a:off x="6087700" y="2132500"/>
            <a:ext cx="2336400" cy="3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154" name="Google Shape;154;p13"/>
          <p:cNvSpPr/>
          <p:nvPr/>
        </p:nvSpPr>
        <p:spPr>
          <a:xfrm rot="-4092593">
            <a:off x="8108707" y="345974"/>
            <a:ext cx="640378" cy="770807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"/>
          <p:cNvSpPr/>
          <p:nvPr/>
        </p:nvSpPr>
        <p:spPr>
          <a:xfrm rot="-640898">
            <a:off x="16351" y="4473471"/>
            <a:ext cx="1759429" cy="1442995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"/>
          <p:cNvSpPr/>
          <p:nvPr/>
        </p:nvSpPr>
        <p:spPr>
          <a:xfrm rot="-9654394">
            <a:off x="-1550687" y="-826431"/>
            <a:ext cx="3086085" cy="1739227"/>
          </a:xfrm>
          <a:custGeom>
            <a:avLst/>
            <a:gdLst/>
            <a:ahLst/>
            <a:cxnLst/>
            <a:rect l="l" t="t" r="r" b="b"/>
            <a:pathLst>
              <a:path w="18326" h="10328" extrusionOk="0">
                <a:moveTo>
                  <a:pt x="11061" y="1"/>
                </a:moveTo>
                <a:cubicBezTo>
                  <a:pt x="11018" y="1"/>
                  <a:pt x="10976" y="2"/>
                  <a:pt x="10934" y="3"/>
                </a:cubicBezTo>
                <a:cubicBezTo>
                  <a:pt x="8576" y="73"/>
                  <a:pt x="6733" y="2010"/>
                  <a:pt x="5342" y="3916"/>
                </a:cubicBezTo>
                <a:cubicBezTo>
                  <a:pt x="4352" y="5273"/>
                  <a:pt x="1" y="9075"/>
                  <a:pt x="3253" y="10104"/>
                </a:cubicBezTo>
                <a:cubicBezTo>
                  <a:pt x="3779" y="10271"/>
                  <a:pt x="4409" y="10328"/>
                  <a:pt x="5076" y="10328"/>
                </a:cubicBezTo>
                <a:cubicBezTo>
                  <a:pt x="6404" y="10328"/>
                  <a:pt x="7879" y="10102"/>
                  <a:pt x="8976" y="10061"/>
                </a:cubicBezTo>
                <a:cubicBezTo>
                  <a:pt x="10782" y="9993"/>
                  <a:pt x="12587" y="9878"/>
                  <a:pt x="14388" y="9714"/>
                </a:cubicBezTo>
                <a:cubicBezTo>
                  <a:pt x="15251" y="9636"/>
                  <a:pt x="16137" y="9539"/>
                  <a:pt x="16909" y="9144"/>
                </a:cubicBezTo>
                <a:cubicBezTo>
                  <a:pt x="17681" y="8748"/>
                  <a:pt x="18324" y="7985"/>
                  <a:pt x="18325" y="7117"/>
                </a:cubicBezTo>
                <a:cubicBezTo>
                  <a:pt x="18325" y="6451"/>
                  <a:pt x="17961" y="5847"/>
                  <a:pt x="17609" y="5281"/>
                </a:cubicBezTo>
                <a:cubicBezTo>
                  <a:pt x="16821" y="4018"/>
                  <a:pt x="16022" y="2738"/>
                  <a:pt x="14935" y="1720"/>
                </a:cubicBezTo>
                <a:cubicBezTo>
                  <a:pt x="13879" y="730"/>
                  <a:pt x="12504" y="1"/>
                  <a:pt x="11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3"/>
          <p:cNvSpPr/>
          <p:nvPr/>
        </p:nvSpPr>
        <p:spPr>
          <a:xfrm rot="5567153">
            <a:off x="7089430" y="3722056"/>
            <a:ext cx="2806574" cy="1799237"/>
          </a:xfrm>
          <a:custGeom>
            <a:avLst/>
            <a:gdLst/>
            <a:ahLst/>
            <a:cxnLst/>
            <a:rect l="l" t="t" r="r" b="b"/>
            <a:pathLst>
              <a:path w="29494" h="18908" extrusionOk="0">
                <a:moveTo>
                  <a:pt x="5258" y="0"/>
                </a:moveTo>
                <a:cubicBezTo>
                  <a:pt x="3929" y="0"/>
                  <a:pt x="2063" y="84"/>
                  <a:pt x="1238" y="1000"/>
                </a:cubicBezTo>
                <a:cubicBezTo>
                  <a:pt x="1" y="2376"/>
                  <a:pt x="2049" y="3896"/>
                  <a:pt x="3381" y="4515"/>
                </a:cubicBezTo>
                <a:cubicBezTo>
                  <a:pt x="4610" y="5085"/>
                  <a:pt x="5957" y="5364"/>
                  <a:pt x="7198" y="5908"/>
                </a:cubicBezTo>
                <a:cubicBezTo>
                  <a:pt x="9194" y="6783"/>
                  <a:pt x="10876" y="8358"/>
                  <a:pt x="11879" y="10295"/>
                </a:cubicBezTo>
                <a:cubicBezTo>
                  <a:pt x="13266" y="12970"/>
                  <a:pt x="13554" y="16484"/>
                  <a:pt x="16077" y="18130"/>
                </a:cubicBezTo>
                <a:cubicBezTo>
                  <a:pt x="16909" y="18673"/>
                  <a:pt x="17853" y="18907"/>
                  <a:pt x="18824" y="18907"/>
                </a:cubicBezTo>
                <a:cubicBezTo>
                  <a:pt x="20547" y="18907"/>
                  <a:pt x="22353" y="18170"/>
                  <a:pt x="23760" y="17111"/>
                </a:cubicBezTo>
                <a:cubicBezTo>
                  <a:pt x="26258" y="15231"/>
                  <a:pt x="28006" y="12452"/>
                  <a:pt x="28914" y="9459"/>
                </a:cubicBezTo>
                <a:cubicBezTo>
                  <a:pt x="29262" y="8308"/>
                  <a:pt x="29493" y="7069"/>
                  <a:pt x="29177" y="5909"/>
                </a:cubicBezTo>
                <a:cubicBezTo>
                  <a:pt x="28800" y="4524"/>
                  <a:pt x="27678" y="3435"/>
                  <a:pt x="26402" y="2779"/>
                </a:cubicBezTo>
                <a:cubicBezTo>
                  <a:pt x="25125" y="2121"/>
                  <a:pt x="23693" y="1839"/>
                  <a:pt x="22280" y="1590"/>
                </a:cubicBezTo>
                <a:cubicBezTo>
                  <a:pt x="16865" y="631"/>
                  <a:pt x="11377" y="38"/>
                  <a:pt x="5878" y="4"/>
                </a:cubicBezTo>
                <a:cubicBezTo>
                  <a:pt x="5692" y="3"/>
                  <a:pt x="5483" y="0"/>
                  <a:pt x="525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"/>
          <p:cNvSpPr/>
          <p:nvPr/>
        </p:nvSpPr>
        <p:spPr>
          <a:xfrm rot="5699882">
            <a:off x="527750" y="4431551"/>
            <a:ext cx="399328" cy="480675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7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1"/>
          </p:nvPr>
        </p:nvSpPr>
        <p:spPr>
          <a:xfrm>
            <a:off x="720000" y="1260675"/>
            <a:ext cx="3852000" cy="30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7939450" y="-193125"/>
            <a:ext cx="1162385" cy="728131"/>
          </a:xfrm>
          <a:custGeom>
            <a:avLst/>
            <a:gdLst/>
            <a:ahLst/>
            <a:cxnLst/>
            <a:rect l="l" t="t" r="r" b="b"/>
            <a:pathLst>
              <a:path w="13108" h="8211" extrusionOk="0">
                <a:moveTo>
                  <a:pt x="3174" y="0"/>
                </a:moveTo>
                <a:cubicBezTo>
                  <a:pt x="2624" y="0"/>
                  <a:pt x="2092" y="121"/>
                  <a:pt x="1613" y="419"/>
                </a:cubicBezTo>
                <a:cubicBezTo>
                  <a:pt x="253" y="1265"/>
                  <a:pt x="0" y="3280"/>
                  <a:pt x="742" y="4700"/>
                </a:cubicBezTo>
                <a:cubicBezTo>
                  <a:pt x="1485" y="6119"/>
                  <a:pt x="2958" y="7013"/>
                  <a:pt x="4463" y="7564"/>
                </a:cubicBezTo>
                <a:cubicBezTo>
                  <a:pt x="5539" y="7958"/>
                  <a:pt x="6691" y="8210"/>
                  <a:pt x="7832" y="8210"/>
                </a:cubicBezTo>
                <a:cubicBezTo>
                  <a:pt x="8499" y="8210"/>
                  <a:pt x="9162" y="8124"/>
                  <a:pt x="9803" y="7930"/>
                </a:cubicBezTo>
                <a:cubicBezTo>
                  <a:pt x="11146" y="7521"/>
                  <a:pt x="12403" y="6546"/>
                  <a:pt x="12755" y="5186"/>
                </a:cubicBezTo>
                <a:cubicBezTo>
                  <a:pt x="13107" y="3827"/>
                  <a:pt x="12286" y="2188"/>
                  <a:pt x="10835" y="2072"/>
                </a:cubicBezTo>
                <a:cubicBezTo>
                  <a:pt x="10760" y="2066"/>
                  <a:pt x="10686" y="2063"/>
                  <a:pt x="10613" y="2063"/>
                </a:cubicBezTo>
                <a:cubicBezTo>
                  <a:pt x="10218" y="2063"/>
                  <a:pt x="9849" y="2138"/>
                  <a:pt x="9456" y="2138"/>
                </a:cubicBezTo>
                <a:cubicBezTo>
                  <a:pt x="9284" y="2138"/>
                  <a:pt x="9108" y="2124"/>
                  <a:pt x="8924" y="2083"/>
                </a:cubicBezTo>
                <a:cubicBezTo>
                  <a:pt x="7914" y="1859"/>
                  <a:pt x="6981" y="1282"/>
                  <a:pt x="6066" y="824"/>
                </a:cubicBezTo>
                <a:cubicBezTo>
                  <a:pt x="5176" y="378"/>
                  <a:pt x="4147" y="0"/>
                  <a:pt x="317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4231125" y="-327525"/>
            <a:ext cx="828248" cy="996930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4023125" y="4390122"/>
            <a:ext cx="754776" cy="683954"/>
          </a:xfrm>
          <a:custGeom>
            <a:avLst/>
            <a:gdLst/>
            <a:ahLst/>
            <a:cxnLst/>
            <a:rect l="l" t="t" r="r" b="b"/>
            <a:pathLst>
              <a:path w="3048" h="2762" extrusionOk="0">
                <a:moveTo>
                  <a:pt x="1434" y="0"/>
                </a:moveTo>
                <a:cubicBezTo>
                  <a:pt x="1406" y="0"/>
                  <a:pt x="1379" y="1"/>
                  <a:pt x="1352" y="3"/>
                </a:cubicBezTo>
                <a:cubicBezTo>
                  <a:pt x="617" y="18"/>
                  <a:pt x="0" y="765"/>
                  <a:pt x="84" y="1495"/>
                </a:cubicBezTo>
                <a:cubicBezTo>
                  <a:pt x="165" y="2198"/>
                  <a:pt x="847" y="2762"/>
                  <a:pt x="1552" y="2762"/>
                </a:cubicBezTo>
                <a:cubicBezTo>
                  <a:pt x="1579" y="2762"/>
                  <a:pt x="1605" y="2761"/>
                  <a:pt x="1631" y="2759"/>
                </a:cubicBezTo>
                <a:cubicBezTo>
                  <a:pt x="2384" y="2714"/>
                  <a:pt x="3047" y="2023"/>
                  <a:pt x="3037" y="1269"/>
                </a:cubicBezTo>
                <a:cubicBezTo>
                  <a:pt x="3027" y="543"/>
                  <a:pt x="2169" y="0"/>
                  <a:pt x="14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7"/>
          <p:cNvSpPr/>
          <p:nvPr/>
        </p:nvSpPr>
        <p:spPr>
          <a:xfrm rot="4915290">
            <a:off x="7507302" y="4482522"/>
            <a:ext cx="1407850" cy="1154623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455625" y="4608493"/>
            <a:ext cx="754767" cy="902672"/>
          </a:xfrm>
          <a:custGeom>
            <a:avLst/>
            <a:gdLst/>
            <a:ahLst/>
            <a:cxnLst/>
            <a:rect l="l" t="t" r="r" b="b"/>
            <a:pathLst>
              <a:path w="9063" h="10839" extrusionOk="0">
                <a:moveTo>
                  <a:pt x="1648" y="8897"/>
                </a:moveTo>
                <a:cubicBezTo>
                  <a:pt x="2394" y="10117"/>
                  <a:pt x="3871" y="10839"/>
                  <a:pt x="5296" y="10709"/>
                </a:cubicBezTo>
                <a:cubicBezTo>
                  <a:pt x="6720" y="10578"/>
                  <a:pt x="8031" y="9618"/>
                  <a:pt x="8615" y="8312"/>
                </a:cubicBezTo>
                <a:cubicBezTo>
                  <a:pt x="8961" y="7539"/>
                  <a:pt x="9063" y="6675"/>
                  <a:pt x="9039" y="5828"/>
                </a:cubicBezTo>
                <a:cubicBezTo>
                  <a:pt x="8999" y="4318"/>
                  <a:pt x="8469" y="2686"/>
                  <a:pt x="7175" y="1907"/>
                </a:cubicBezTo>
                <a:cubicBezTo>
                  <a:pt x="4007" y="0"/>
                  <a:pt x="0" y="6200"/>
                  <a:pt x="1648" y="889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17"/>
          <p:cNvGrpSpPr/>
          <p:nvPr/>
        </p:nvGrpSpPr>
        <p:grpSpPr>
          <a:xfrm rot="-1189199">
            <a:off x="-585268" y="-137687"/>
            <a:ext cx="699804" cy="2134195"/>
            <a:chOff x="4964550" y="3329725"/>
            <a:chExt cx="311350" cy="949525"/>
          </a:xfrm>
        </p:grpSpPr>
        <p:sp>
          <p:nvSpPr>
            <p:cNvPr id="199" name="Google Shape;199;p17"/>
            <p:cNvSpPr/>
            <p:nvPr/>
          </p:nvSpPr>
          <p:spPr>
            <a:xfrm>
              <a:off x="4964550" y="351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4064" h="4064" extrusionOk="0">
                  <a:moveTo>
                    <a:pt x="2032" y="1"/>
                  </a:moveTo>
                  <a:cubicBezTo>
                    <a:pt x="911" y="1"/>
                    <a:pt x="1" y="910"/>
                    <a:pt x="1" y="2032"/>
                  </a:cubicBezTo>
                  <a:cubicBezTo>
                    <a:pt x="1" y="3153"/>
                    <a:pt x="911" y="4063"/>
                    <a:pt x="2032" y="4063"/>
                  </a:cubicBezTo>
                  <a:cubicBezTo>
                    <a:pt x="3154" y="4063"/>
                    <a:pt x="4063" y="3153"/>
                    <a:pt x="4063" y="2032"/>
                  </a:cubicBezTo>
                  <a:cubicBezTo>
                    <a:pt x="4063" y="910"/>
                    <a:pt x="3154" y="1"/>
                    <a:pt x="20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4968275" y="34132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5" y="0"/>
                  </a:moveTo>
                  <a:cubicBezTo>
                    <a:pt x="683" y="0"/>
                    <a:pt x="0" y="682"/>
                    <a:pt x="0" y="1523"/>
                  </a:cubicBezTo>
                  <a:cubicBezTo>
                    <a:pt x="0" y="2365"/>
                    <a:pt x="683" y="3048"/>
                    <a:pt x="1525" y="3048"/>
                  </a:cubicBezTo>
                  <a:cubicBezTo>
                    <a:pt x="2365" y="3048"/>
                    <a:pt x="3048" y="2365"/>
                    <a:pt x="3048" y="1523"/>
                  </a:cubicBezTo>
                  <a:cubicBezTo>
                    <a:pt x="3048" y="682"/>
                    <a:pt x="236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015350" y="3646500"/>
              <a:ext cx="76175" cy="76200"/>
            </a:xfrm>
            <a:custGeom>
              <a:avLst/>
              <a:gdLst/>
              <a:ahLst/>
              <a:cxnLst/>
              <a:rect l="l" t="t" r="r" b="b"/>
              <a:pathLst>
                <a:path w="3047" h="3048" extrusionOk="0">
                  <a:moveTo>
                    <a:pt x="1523" y="1"/>
                  </a:moveTo>
                  <a:cubicBezTo>
                    <a:pt x="682" y="1"/>
                    <a:pt x="0" y="683"/>
                    <a:pt x="0" y="1524"/>
                  </a:cubicBezTo>
                  <a:cubicBezTo>
                    <a:pt x="0" y="2365"/>
                    <a:pt x="682" y="3047"/>
                    <a:pt x="1523" y="3047"/>
                  </a:cubicBezTo>
                  <a:cubicBezTo>
                    <a:pt x="2365" y="3047"/>
                    <a:pt x="3046" y="2365"/>
                    <a:pt x="3046" y="1524"/>
                  </a:cubicBezTo>
                  <a:cubicBezTo>
                    <a:pt x="3046" y="683"/>
                    <a:pt x="2365" y="1"/>
                    <a:pt x="15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5075000" y="3738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4" y="1"/>
                  </a:moveTo>
                  <a:cubicBezTo>
                    <a:pt x="683" y="1"/>
                    <a:pt x="1" y="682"/>
                    <a:pt x="1" y="1524"/>
                  </a:cubicBezTo>
                  <a:cubicBezTo>
                    <a:pt x="1" y="2365"/>
                    <a:pt x="683" y="3047"/>
                    <a:pt x="1524" y="3047"/>
                  </a:cubicBezTo>
                  <a:cubicBezTo>
                    <a:pt x="2365" y="3047"/>
                    <a:pt x="3047" y="2365"/>
                    <a:pt x="3047" y="1524"/>
                  </a:cubicBezTo>
                  <a:cubicBezTo>
                    <a:pt x="3047" y="682"/>
                    <a:pt x="2365" y="1"/>
                    <a:pt x="15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145975" y="3835775"/>
              <a:ext cx="59250" cy="59250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4" y="0"/>
                  </a:moveTo>
                  <a:cubicBezTo>
                    <a:pt x="530" y="0"/>
                    <a:pt x="0" y="531"/>
                    <a:pt x="0" y="1186"/>
                  </a:cubicBezTo>
                  <a:cubicBezTo>
                    <a:pt x="0" y="1840"/>
                    <a:pt x="530" y="2370"/>
                    <a:pt x="1184" y="2370"/>
                  </a:cubicBezTo>
                  <a:cubicBezTo>
                    <a:pt x="1839" y="2370"/>
                    <a:pt x="2369" y="1840"/>
                    <a:pt x="2369" y="1186"/>
                  </a:cubicBezTo>
                  <a:cubicBezTo>
                    <a:pt x="2369" y="531"/>
                    <a:pt x="1839" y="0"/>
                    <a:pt x="1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5187050" y="3913225"/>
              <a:ext cx="59300" cy="59275"/>
            </a:xfrm>
            <a:custGeom>
              <a:avLst/>
              <a:gdLst/>
              <a:ahLst/>
              <a:cxnLst/>
              <a:rect l="l" t="t" r="r" b="b"/>
              <a:pathLst>
                <a:path w="2372" h="2371" extrusionOk="0">
                  <a:moveTo>
                    <a:pt x="1186" y="0"/>
                  </a:moveTo>
                  <a:cubicBezTo>
                    <a:pt x="532" y="0"/>
                    <a:pt x="1" y="531"/>
                    <a:pt x="1" y="1185"/>
                  </a:cubicBezTo>
                  <a:cubicBezTo>
                    <a:pt x="1" y="1840"/>
                    <a:pt x="532" y="2371"/>
                    <a:pt x="1186" y="2371"/>
                  </a:cubicBezTo>
                  <a:cubicBezTo>
                    <a:pt x="1840" y="2371"/>
                    <a:pt x="2371" y="1840"/>
                    <a:pt x="2371" y="1185"/>
                  </a:cubicBezTo>
                  <a:cubicBezTo>
                    <a:pt x="2371" y="531"/>
                    <a:pt x="1840" y="0"/>
                    <a:pt x="11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5225125" y="4005375"/>
              <a:ext cx="42375" cy="42325"/>
            </a:xfrm>
            <a:custGeom>
              <a:avLst/>
              <a:gdLst/>
              <a:ahLst/>
              <a:cxnLst/>
              <a:rect l="l" t="t" r="r" b="b"/>
              <a:pathLst>
                <a:path w="1695" h="1693" extrusionOk="0">
                  <a:moveTo>
                    <a:pt x="848" y="1"/>
                  </a:moveTo>
                  <a:cubicBezTo>
                    <a:pt x="380" y="1"/>
                    <a:pt x="1" y="379"/>
                    <a:pt x="1" y="847"/>
                  </a:cubicBezTo>
                  <a:cubicBezTo>
                    <a:pt x="1" y="1314"/>
                    <a:pt x="380" y="1693"/>
                    <a:pt x="848" y="1693"/>
                  </a:cubicBezTo>
                  <a:cubicBezTo>
                    <a:pt x="1315" y="1693"/>
                    <a:pt x="1694" y="1314"/>
                    <a:pt x="1694" y="847"/>
                  </a:cubicBezTo>
                  <a:cubicBezTo>
                    <a:pt x="1694" y="379"/>
                    <a:pt x="1315" y="1"/>
                    <a:pt x="8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5233550" y="4080125"/>
              <a:ext cx="42350" cy="42325"/>
            </a:xfrm>
            <a:custGeom>
              <a:avLst/>
              <a:gdLst/>
              <a:ahLst/>
              <a:cxnLst/>
              <a:rect l="l" t="t" r="r" b="b"/>
              <a:pathLst>
                <a:path w="1694" h="1693" extrusionOk="0">
                  <a:moveTo>
                    <a:pt x="847" y="0"/>
                  </a:moveTo>
                  <a:cubicBezTo>
                    <a:pt x="379" y="0"/>
                    <a:pt x="1" y="378"/>
                    <a:pt x="1" y="846"/>
                  </a:cubicBezTo>
                  <a:cubicBezTo>
                    <a:pt x="1" y="1313"/>
                    <a:pt x="379" y="1692"/>
                    <a:pt x="847" y="1692"/>
                  </a:cubicBezTo>
                  <a:cubicBezTo>
                    <a:pt x="1315" y="1692"/>
                    <a:pt x="1693" y="1313"/>
                    <a:pt x="1693" y="846"/>
                  </a:cubicBezTo>
                  <a:cubicBezTo>
                    <a:pt x="1693" y="378"/>
                    <a:pt x="1315" y="0"/>
                    <a:pt x="8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5229800" y="4160375"/>
              <a:ext cx="42325" cy="42325"/>
            </a:xfrm>
            <a:custGeom>
              <a:avLst/>
              <a:gdLst/>
              <a:ahLst/>
              <a:cxnLst/>
              <a:rect l="l" t="t" r="r" b="b"/>
              <a:pathLst>
                <a:path w="1693" h="1693" extrusionOk="0">
                  <a:moveTo>
                    <a:pt x="847" y="0"/>
                  </a:moveTo>
                  <a:cubicBezTo>
                    <a:pt x="380" y="0"/>
                    <a:pt x="1" y="379"/>
                    <a:pt x="1" y="847"/>
                  </a:cubicBezTo>
                  <a:cubicBezTo>
                    <a:pt x="1" y="1313"/>
                    <a:pt x="380" y="1693"/>
                    <a:pt x="847" y="1693"/>
                  </a:cubicBezTo>
                  <a:cubicBezTo>
                    <a:pt x="1314" y="1693"/>
                    <a:pt x="1693" y="1313"/>
                    <a:pt x="1693" y="847"/>
                  </a:cubicBezTo>
                  <a:cubicBezTo>
                    <a:pt x="1693" y="379"/>
                    <a:pt x="1314" y="0"/>
                    <a:pt x="8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5212400" y="4236900"/>
              <a:ext cx="42350" cy="42350"/>
            </a:xfrm>
            <a:custGeom>
              <a:avLst/>
              <a:gdLst/>
              <a:ahLst/>
              <a:cxnLst/>
              <a:rect l="l" t="t" r="r" b="b"/>
              <a:pathLst>
                <a:path w="1694" h="1694" extrusionOk="0">
                  <a:moveTo>
                    <a:pt x="847" y="0"/>
                  </a:moveTo>
                  <a:cubicBezTo>
                    <a:pt x="379" y="0"/>
                    <a:pt x="1" y="379"/>
                    <a:pt x="1" y="847"/>
                  </a:cubicBezTo>
                  <a:cubicBezTo>
                    <a:pt x="1" y="1314"/>
                    <a:pt x="379" y="1693"/>
                    <a:pt x="847" y="1693"/>
                  </a:cubicBezTo>
                  <a:cubicBezTo>
                    <a:pt x="1314" y="1693"/>
                    <a:pt x="1693" y="1314"/>
                    <a:pt x="1693" y="847"/>
                  </a:cubicBezTo>
                  <a:cubicBezTo>
                    <a:pt x="1693" y="379"/>
                    <a:pt x="1314" y="0"/>
                    <a:pt x="8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4992175" y="3329725"/>
              <a:ext cx="59250" cy="59250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5" y="0"/>
                  </a:moveTo>
                  <a:cubicBezTo>
                    <a:pt x="530" y="0"/>
                    <a:pt x="1" y="531"/>
                    <a:pt x="1" y="1185"/>
                  </a:cubicBezTo>
                  <a:cubicBezTo>
                    <a:pt x="1" y="1840"/>
                    <a:pt x="530" y="2369"/>
                    <a:pt x="1185" y="2369"/>
                  </a:cubicBezTo>
                  <a:cubicBezTo>
                    <a:pt x="1839" y="2369"/>
                    <a:pt x="2370" y="1840"/>
                    <a:pt x="2370" y="1185"/>
                  </a:cubicBezTo>
                  <a:cubicBezTo>
                    <a:pt x="2370" y="531"/>
                    <a:pt x="1839" y="0"/>
                    <a:pt x="11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4_1_1_1_1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7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9"/>
          <p:cNvSpPr/>
          <p:nvPr/>
        </p:nvSpPr>
        <p:spPr>
          <a:xfrm rot="-2899297">
            <a:off x="5139919" y="4597258"/>
            <a:ext cx="1081491" cy="1522067"/>
          </a:xfrm>
          <a:custGeom>
            <a:avLst/>
            <a:gdLst/>
            <a:ahLst/>
            <a:cxnLst/>
            <a:rect l="l" t="t" r="r" b="b"/>
            <a:pathLst>
              <a:path w="8864" h="12475" extrusionOk="0">
                <a:moveTo>
                  <a:pt x="4240" y="0"/>
                </a:moveTo>
                <a:cubicBezTo>
                  <a:pt x="1692" y="0"/>
                  <a:pt x="376" y="4674"/>
                  <a:pt x="186" y="6747"/>
                </a:cubicBezTo>
                <a:cubicBezTo>
                  <a:pt x="1" y="8768"/>
                  <a:pt x="838" y="11021"/>
                  <a:pt x="2665" y="11905"/>
                </a:cubicBezTo>
                <a:cubicBezTo>
                  <a:pt x="3103" y="12118"/>
                  <a:pt x="3579" y="12243"/>
                  <a:pt x="4055" y="12344"/>
                </a:cubicBezTo>
                <a:cubicBezTo>
                  <a:pt x="4391" y="12415"/>
                  <a:pt x="4735" y="12474"/>
                  <a:pt x="5076" y="12474"/>
                </a:cubicBezTo>
                <a:cubicBezTo>
                  <a:pt x="5237" y="12474"/>
                  <a:pt x="5397" y="12461"/>
                  <a:pt x="5556" y="12430"/>
                </a:cubicBezTo>
                <a:cubicBezTo>
                  <a:pt x="6678" y="12208"/>
                  <a:pt x="7433" y="11146"/>
                  <a:pt x="7863" y="10085"/>
                </a:cubicBezTo>
                <a:cubicBezTo>
                  <a:pt x="8864" y="7613"/>
                  <a:pt x="8681" y="4691"/>
                  <a:pt x="7381" y="2363"/>
                </a:cubicBezTo>
                <a:cubicBezTo>
                  <a:pt x="6994" y="1672"/>
                  <a:pt x="6504" y="1021"/>
                  <a:pt x="5849" y="572"/>
                </a:cubicBezTo>
                <a:cubicBezTo>
                  <a:pt x="5266" y="173"/>
                  <a:pt x="4730" y="0"/>
                  <a:pt x="42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9"/>
          <p:cNvSpPr/>
          <p:nvPr/>
        </p:nvSpPr>
        <p:spPr>
          <a:xfrm rot="-6286467">
            <a:off x="-1055054" y="-318718"/>
            <a:ext cx="2179251" cy="1397073"/>
          </a:xfrm>
          <a:custGeom>
            <a:avLst/>
            <a:gdLst/>
            <a:ahLst/>
            <a:cxnLst/>
            <a:rect l="l" t="t" r="r" b="b"/>
            <a:pathLst>
              <a:path w="29494" h="18908" extrusionOk="0">
                <a:moveTo>
                  <a:pt x="5258" y="0"/>
                </a:moveTo>
                <a:cubicBezTo>
                  <a:pt x="3929" y="0"/>
                  <a:pt x="2063" y="84"/>
                  <a:pt x="1238" y="1000"/>
                </a:cubicBezTo>
                <a:cubicBezTo>
                  <a:pt x="1" y="2376"/>
                  <a:pt x="2049" y="3896"/>
                  <a:pt x="3381" y="4515"/>
                </a:cubicBezTo>
                <a:cubicBezTo>
                  <a:pt x="4610" y="5085"/>
                  <a:pt x="5957" y="5364"/>
                  <a:pt x="7198" y="5908"/>
                </a:cubicBezTo>
                <a:cubicBezTo>
                  <a:pt x="9194" y="6783"/>
                  <a:pt x="10876" y="8358"/>
                  <a:pt x="11879" y="10295"/>
                </a:cubicBezTo>
                <a:cubicBezTo>
                  <a:pt x="13266" y="12970"/>
                  <a:pt x="13554" y="16484"/>
                  <a:pt x="16077" y="18130"/>
                </a:cubicBezTo>
                <a:cubicBezTo>
                  <a:pt x="16909" y="18673"/>
                  <a:pt x="17853" y="18907"/>
                  <a:pt x="18824" y="18907"/>
                </a:cubicBezTo>
                <a:cubicBezTo>
                  <a:pt x="20547" y="18907"/>
                  <a:pt x="22353" y="18170"/>
                  <a:pt x="23760" y="17111"/>
                </a:cubicBezTo>
                <a:cubicBezTo>
                  <a:pt x="26258" y="15231"/>
                  <a:pt x="28006" y="12452"/>
                  <a:pt x="28914" y="9459"/>
                </a:cubicBezTo>
                <a:cubicBezTo>
                  <a:pt x="29262" y="8308"/>
                  <a:pt x="29493" y="7069"/>
                  <a:pt x="29177" y="5909"/>
                </a:cubicBezTo>
                <a:cubicBezTo>
                  <a:pt x="28800" y="4524"/>
                  <a:pt x="27678" y="3435"/>
                  <a:pt x="26402" y="2779"/>
                </a:cubicBezTo>
                <a:cubicBezTo>
                  <a:pt x="25125" y="2121"/>
                  <a:pt x="23693" y="1839"/>
                  <a:pt x="22280" y="1590"/>
                </a:cubicBezTo>
                <a:cubicBezTo>
                  <a:pt x="16865" y="631"/>
                  <a:pt x="11377" y="38"/>
                  <a:pt x="5878" y="4"/>
                </a:cubicBezTo>
                <a:cubicBezTo>
                  <a:pt x="5692" y="3"/>
                  <a:pt x="5483" y="0"/>
                  <a:pt x="525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8159450" y="-203325"/>
            <a:ext cx="1043298" cy="1346759"/>
          </a:xfrm>
          <a:custGeom>
            <a:avLst/>
            <a:gdLst/>
            <a:ahLst/>
            <a:cxnLst/>
            <a:rect l="l" t="t" r="r" b="b"/>
            <a:pathLst>
              <a:path w="8650" h="11166" extrusionOk="0">
                <a:moveTo>
                  <a:pt x="4826" y="0"/>
                </a:moveTo>
                <a:cubicBezTo>
                  <a:pt x="3392" y="0"/>
                  <a:pt x="1968" y="842"/>
                  <a:pt x="1252" y="2176"/>
                </a:cubicBezTo>
                <a:cubicBezTo>
                  <a:pt x="1" y="4505"/>
                  <a:pt x="380" y="8127"/>
                  <a:pt x="2423" y="10086"/>
                </a:cubicBezTo>
                <a:cubicBezTo>
                  <a:pt x="3037" y="10676"/>
                  <a:pt x="3901" y="11166"/>
                  <a:pt x="4843" y="11166"/>
                </a:cubicBezTo>
                <a:cubicBezTo>
                  <a:pt x="4883" y="11166"/>
                  <a:pt x="4923" y="11165"/>
                  <a:pt x="4964" y="11163"/>
                </a:cubicBezTo>
                <a:cubicBezTo>
                  <a:pt x="6005" y="11116"/>
                  <a:pt x="6871" y="10470"/>
                  <a:pt x="7415" y="9742"/>
                </a:cubicBezTo>
                <a:cubicBezTo>
                  <a:pt x="7805" y="9220"/>
                  <a:pt x="8071" y="8652"/>
                  <a:pt x="8251" y="8060"/>
                </a:cubicBezTo>
                <a:cubicBezTo>
                  <a:pt x="8529" y="7152"/>
                  <a:pt x="8606" y="6190"/>
                  <a:pt x="8624" y="5250"/>
                </a:cubicBezTo>
                <a:cubicBezTo>
                  <a:pt x="8649" y="4005"/>
                  <a:pt x="8569" y="2701"/>
                  <a:pt x="7811" y="1620"/>
                </a:cubicBezTo>
                <a:cubicBezTo>
                  <a:pt x="7017" y="489"/>
                  <a:pt x="5918" y="0"/>
                  <a:pt x="48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9"/>
          <p:cNvSpPr/>
          <p:nvPr/>
        </p:nvSpPr>
        <p:spPr>
          <a:xfrm>
            <a:off x="419097" y="4758100"/>
            <a:ext cx="1121240" cy="1056263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9"/>
          <p:cNvSpPr/>
          <p:nvPr/>
        </p:nvSpPr>
        <p:spPr>
          <a:xfrm>
            <a:off x="369500" y="4204750"/>
            <a:ext cx="345605" cy="313176"/>
          </a:xfrm>
          <a:custGeom>
            <a:avLst/>
            <a:gdLst/>
            <a:ahLst/>
            <a:cxnLst/>
            <a:rect l="l" t="t" r="r" b="b"/>
            <a:pathLst>
              <a:path w="3048" h="2762" extrusionOk="0">
                <a:moveTo>
                  <a:pt x="1434" y="0"/>
                </a:moveTo>
                <a:cubicBezTo>
                  <a:pt x="1406" y="0"/>
                  <a:pt x="1379" y="1"/>
                  <a:pt x="1352" y="3"/>
                </a:cubicBezTo>
                <a:cubicBezTo>
                  <a:pt x="617" y="18"/>
                  <a:pt x="0" y="765"/>
                  <a:pt x="84" y="1495"/>
                </a:cubicBezTo>
                <a:cubicBezTo>
                  <a:pt x="165" y="2198"/>
                  <a:pt x="847" y="2762"/>
                  <a:pt x="1552" y="2762"/>
                </a:cubicBezTo>
                <a:cubicBezTo>
                  <a:pt x="1579" y="2762"/>
                  <a:pt x="1605" y="2761"/>
                  <a:pt x="1631" y="2759"/>
                </a:cubicBezTo>
                <a:cubicBezTo>
                  <a:pt x="2384" y="2714"/>
                  <a:pt x="3047" y="2023"/>
                  <a:pt x="3037" y="1269"/>
                </a:cubicBezTo>
                <a:cubicBezTo>
                  <a:pt x="3027" y="543"/>
                  <a:pt x="2169" y="0"/>
                  <a:pt x="14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9"/>
          <p:cNvSpPr/>
          <p:nvPr/>
        </p:nvSpPr>
        <p:spPr>
          <a:xfrm>
            <a:off x="8723325" y="3977250"/>
            <a:ext cx="936631" cy="768170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9"/>
          <p:cNvSpPr/>
          <p:nvPr/>
        </p:nvSpPr>
        <p:spPr>
          <a:xfrm rot="-7239386">
            <a:off x="4351472" y="4344023"/>
            <a:ext cx="814797" cy="1146727"/>
          </a:xfrm>
          <a:custGeom>
            <a:avLst/>
            <a:gdLst/>
            <a:ahLst/>
            <a:cxnLst/>
            <a:rect l="l" t="t" r="r" b="b"/>
            <a:pathLst>
              <a:path w="8864" h="12475" extrusionOk="0">
                <a:moveTo>
                  <a:pt x="4240" y="0"/>
                </a:moveTo>
                <a:cubicBezTo>
                  <a:pt x="1692" y="0"/>
                  <a:pt x="376" y="4674"/>
                  <a:pt x="186" y="6747"/>
                </a:cubicBezTo>
                <a:cubicBezTo>
                  <a:pt x="1" y="8768"/>
                  <a:pt x="838" y="11021"/>
                  <a:pt x="2665" y="11905"/>
                </a:cubicBezTo>
                <a:cubicBezTo>
                  <a:pt x="3103" y="12118"/>
                  <a:pt x="3579" y="12243"/>
                  <a:pt x="4055" y="12344"/>
                </a:cubicBezTo>
                <a:cubicBezTo>
                  <a:pt x="4391" y="12415"/>
                  <a:pt x="4735" y="12474"/>
                  <a:pt x="5076" y="12474"/>
                </a:cubicBezTo>
                <a:cubicBezTo>
                  <a:pt x="5237" y="12474"/>
                  <a:pt x="5397" y="12461"/>
                  <a:pt x="5556" y="12430"/>
                </a:cubicBezTo>
                <a:cubicBezTo>
                  <a:pt x="6678" y="12208"/>
                  <a:pt x="7433" y="11146"/>
                  <a:pt x="7863" y="10085"/>
                </a:cubicBezTo>
                <a:cubicBezTo>
                  <a:pt x="8864" y="7613"/>
                  <a:pt x="8681" y="4691"/>
                  <a:pt x="7381" y="2363"/>
                </a:cubicBezTo>
                <a:cubicBezTo>
                  <a:pt x="6994" y="1672"/>
                  <a:pt x="6504" y="1021"/>
                  <a:pt x="5849" y="572"/>
                </a:cubicBezTo>
                <a:cubicBezTo>
                  <a:pt x="5266" y="173"/>
                  <a:pt x="4730" y="0"/>
                  <a:pt x="424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9"/>
          <p:cNvSpPr/>
          <p:nvPr/>
        </p:nvSpPr>
        <p:spPr>
          <a:xfrm>
            <a:off x="-1528587" y="-186411"/>
            <a:ext cx="3196189" cy="1583931"/>
          </a:xfrm>
          <a:custGeom>
            <a:avLst/>
            <a:gdLst/>
            <a:ahLst/>
            <a:cxnLst/>
            <a:rect l="l" t="t" r="r" b="b"/>
            <a:pathLst>
              <a:path w="40055" h="19850" extrusionOk="0">
                <a:moveTo>
                  <a:pt x="37538" y="1"/>
                </a:moveTo>
                <a:cubicBezTo>
                  <a:pt x="37528" y="1"/>
                  <a:pt x="37517" y="1"/>
                  <a:pt x="37507" y="1"/>
                </a:cubicBezTo>
                <a:lnTo>
                  <a:pt x="19894" y="43"/>
                </a:lnTo>
                <a:cubicBezTo>
                  <a:pt x="17692" y="48"/>
                  <a:pt x="15490" y="54"/>
                  <a:pt x="13288" y="59"/>
                </a:cubicBezTo>
                <a:cubicBezTo>
                  <a:pt x="10125" y="67"/>
                  <a:pt x="6962" y="74"/>
                  <a:pt x="3802" y="208"/>
                </a:cubicBezTo>
                <a:cubicBezTo>
                  <a:pt x="3744" y="210"/>
                  <a:pt x="3681" y="211"/>
                  <a:pt x="3616" y="211"/>
                </a:cubicBezTo>
                <a:cubicBezTo>
                  <a:pt x="3277" y="211"/>
                  <a:pt x="2849" y="184"/>
                  <a:pt x="2416" y="184"/>
                </a:cubicBezTo>
                <a:cubicBezTo>
                  <a:pt x="1549" y="184"/>
                  <a:pt x="660" y="292"/>
                  <a:pt x="417" y="942"/>
                </a:cubicBezTo>
                <a:cubicBezTo>
                  <a:pt x="0" y="2051"/>
                  <a:pt x="1529" y="3549"/>
                  <a:pt x="2335" y="3990"/>
                </a:cubicBezTo>
                <a:cubicBezTo>
                  <a:pt x="3341" y="4540"/>
                  <a:pt x="4505" y="4695"/>
                  <a:pt x="5660" y="4695"/>
                </a:cubicBezTo>
                <a:cubicBezTo>
                  <a:pt x="5885" y="4695"/>
                  <a:pt x="6109" y="4689"/>
                  <a:pt x="6331" y="4679"/>
                </a:cubicBezTo>
                <a:cubicBezTo>
                  <a:pt x="8172" y="4597"/>
                  <a:pt x="9998" y="4264"/>
                  <a:pt x="11839" y="4264"/>
                </a:cubicBezTo>
                <a:cubicBezTo>
                  <a:pt x="11890" y="4264"/>
                  <a:pt x="11941" y="4264"/>
                  <a:pt x="11993" y="4265"/>
                </a:cubicBezTo>
                <a:cubicBezTo>
                  <a:pt x="13886" y="4286"/>
                  <a:pt x="15868" y="4727"/>
                  <a:pt x="17268" y="6002"/>
                </a:cubicBezTo>
                <a:cubicBezTo>
                  <a:pt x="18138" y="6793"/>
                  <a:pt x="18722" y="7849"/>
                  <a:pt x="19180" y="8932"/>
                </a:cubicBezTo>
                <a:cubicBezTo>
                  <a:pt x="19934" y="10716"/>
                  <a:pt x="20384" y="12628"/>
                  <a:pt x="20504" y="14561"/>
                </a:cubicBezTo>
                <a:cubicBezTo>
                  <a:pt x="20598" y="16053"/>
                  <a:pt x="20551" y="17708"/>
                  <a:pt x="21536" y="18831"/>
                </a:cubicBezTo>
                <a:cubicBezTo>
                  <a:pt x="22150" y="19531"/>
                  <a:pt x="23061" y="19850"/>
                  <a:pt x="23997" y="19850"/>
                </a:cubicBezTo>
                <a:cubicBezTo>
                  <a:pt x="24734" y="19850"/>
                  <a:pt x="25486" y="19653"/>
                  <a:pt x="26122" y="19290"/>
                </a:cubicBezTo>
                <a:cubicBezTo>
                  <a:pt x="27568" y="18465"/>
                  <a:pt x="28516" y="16988"/>
                  <a:pt x="29243" y="15493"/>
                </a:cubicBezTo>
                <a:cubicBezTo>
                  <a:pt x="29972" y="13997"/>
                  <a:pt x="30547" y="12410"/>
                  <a:pt x="31520" y="11059"/>
                </a:cubicBezTo>
                <a:cubicBezTo>
                  <a:pt x="32540" y="9642"/>
                  <a:pt x="33983" y="8534"/>
                  <a:pt x="35614" y="7913"/>
                </a:cubicBezTo>
                <a:cubicBezTo>
                  <a:pt x="36690" y="7505"/>
                  <a:pt x="37887" y="7278"/>
                  <a:pt x="38735" y="6501"/>
                </a:cubicBezTo>
                <a:cubicBezTo>
                  <a:pt x="39897" y="5436"/>
                  <a:pt x="40047" y="3681"/>
                  <a:pt x="40053" y="2103"/>
                </a:cubicBezTo>
                <a:cubicBezTo>
                  <a:pt x="40055" y="1660"/>
                  <a:pt x="40045" y="1192"/>
                  <a:pt x="39816" y="813"/>
                </a:cubicBezTo>
                <a:cubicBezTo>
                  <a:pt x="39380" y="89"/>
                  <a:pt x="38387" y="1"/>
                  <a:pt x="3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9"/>
          <p:cNvSpPr/>
          <p:nvPr/>
        </p:nvSpPr>
        <p:spPr>
          <a:xfrm rot="-6925004">
            <a:off x="6745162" y="3135047"/>
            <a:ext cx="2281412" cy="3229889"/>
          </a:xfrm>
          <a:custGeom>
            <a:avLst/>
            <a:gdLst/>
            <a:ahLst/>
            <a:cxnLst/>
            <a:rect l="l" t="t" r="r" b="b"/>
            <a:pathLst>
              <a:path w="27190" h="38494" extrusionOk="0">
                <a:moveTo>
                  <a:pt x="4926" y="1"/>
                </a:moveTo>
                <a:cubicBezTo>
                  <a:pt x="4071" y="1"/>
                  <a:pt x="3254" y="179"/>
                  <a:pt x="2618" y="565"/>
                </a:cubicBezTo>
                <a:cubicBezTo>
                  <a:pt x="622" y="1778"/>
                  <a:pt x="761" y="5273"/>
                  <a:pt x="538" y="7275"/>
                </a:cubicBezTo>
                <a:cubicBezTo>
                  <a:pt x="167" y="10601"/>
                  <a:pt x="1" y="13952"/>
                  <a:pt x="41" y="17299"/>
                </a:cubicBezTo>
                <a:cubicBezTo>
                  <a:pt x="120" y="23885"/>
                  <a:pt x="995" y="30463"/>
                  <a:pt x="2662" y="36837"/>
                </a:cubicBezTo>
                <a:cubicBezTo>
                  <a:pt x="2721" y="37069"/>
                  <a:pt x="2787" y="37309"/>
                  <a:pt x="2943" y="37493"/>
                </a:cubicBezTo>
                <a:cubicBezTo>
                  <a:pt x="3178" y="37769"/>
                  <a:pt x="3562" y="37856"/>
                  <a:pt x="3919" y="37923"/>
                </a:cubicBezTo>
                <a:cubicBezTo>
                  <a:pt x="5716" y="38262"/>
                  <a:pt x="7560" y="38494"/>
                  <a:pt x="9389" y="38494"/>
                </a:cubicBezTo>
                <a:cubicBezTo>
                  <a:pt x="11143" y="38494"/>
                  <a:pt x="12882" y="38281"/>
                  <a:pt x="14552" y="37745"/>
                </a:cubicBezTo>
                <a:cubicBezTo>
                  <a:pt x="16505" y="37119"/>
                  <a:pt x="18464" y="35878"/>
                  <a:pt x="19053" y="33913"/>
                </a:cubicBezTo>
                <a:cubicBezTo>
                  <a:pt x="19604" y="32074"/>
                  <a:pt x="18824" y="30082"/>
                  <a:pt x="19120" y="28186"/>
                </a:cubicBezTo>
                <a:cubicBezTo>
                  <a:pt x="19608" y="25042"/>
                  <a:pt x="22749" y="23137"/>
                  <a:pt x="24648" y="20585"/>
                </a:cubicBezTo>
                <a:cubicBezTo>
                  <a:pt x="26547" y="18036"/>
                  <a:pt x="27190" y="14483"/>
                  <a:pt x="25906" y="11577"/>
                </a:cubicBezTo>
                <a:cubicBezTo>
                  <a:pt x="24794" y="9060"/>
                  <a:pt x="22132" y="7246"/>
                  <a:pt x="19422" y="7246"/>
                </a:cubicBezTo>
                <a:cubicBezTo>
                  <a:pt x="19003" y="7246"/>
                  <a:pt x="18582" y="7290"/>
                  <a:pt x="18166" y="7381"/>
                </a:cubicBezTo>
                <a:cubicBezTo>
                  <a:pt x="17126" y="7608"/>
                  <a:pt x="16163" y="8097"/>
                  <a:pt x="15139" y="8383"/>
                </a:cubicBezTo>
                <a:cubicBezTo>
                  <a:pt x="14678" y="8512"/>
                  <a:pt x="14189" y="8595"/>
                  <a:pt x="13709" y="8595"/>
                </a:cubicBezTo>
                <a:cubicBezTo>
                  <a:pt x="13120" y="8595"/>
                  <a:pt x="12545" y="8470"/>
                  <a:pt x="12053" y="8151"/>
                </a:cubicBezTo>
                <a:cubicBezTo>
                  <a:pt x="10173" y="6929"/>
                  <a:pt x="10741" y="3963"/>
                  <a:pt x="9526" y="2078"/>
                </a:cubicBezTo>
                <a:cubicBezTo>
                  <a:pt x="8693" y="786"/>
                  <a:pt x="6723" y="1"/>
                  <a:pt x="49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9"/>
          <p:cNvSpPr/>
          <p:nvPr/>
        </p:nvSpPr>
        <p:spPr>
          <a:xfrm>
            <a:off x="4978000" y="-140900"/>
            <a:ext cx="630625" cy="606451"/>
          </a:xfrm>
          <a:custGeom>
            <a:avLst/>
            <a:gdLst/>
            <a:ahLst/>
            <a:cxnLst/>
            <a:rect l="l" t="t" r="r" b="b"/>
            <a:pathLst>
              <a:path w="4826" h="4641" extrusionOk="0">
                <a:moveTo>
                  <a:pt x="2403" y="1"/>
                </a:moveTo>
                <a:cubicBezTo>
                  <a:pt x="2133" y="1"/>
                  <a:pt x="1873" y="55"/>
                  <a:pt x="1653" y="173"/>
                </a:cubicBezTo>
                <a:cubicBezTo>
                  <a:pt x="607" y="738"/>
                  <a:pt x="1" y="2078"/>
                  <a:pt x="394" y="3200"/>
                </a:cubicBezTo>
                <a:cubicBezTo>
                  <a:pt x="693" y="4052"/>
                  <a:pt x="1593" y="4641"/>
                  <a:pt x="2475" y="4641"/>
                </a:cubicBezTo>
                <a:cubicBezTo>
                  <a:pt x="2754" y="4641"/>
                  <a:pt x="3032" y="4582"/>
                  <a:pt x="3288" y="4452"/>
                </a:cubicBezTo>
                <a:cubicBezTo>
                  <a:pt x="3625" y="4282"/>
                  <a:pt x="3909" y="4014"/>
                  <a:pt x="4129" y="3707"/>
                </a:cubicBezTo>
                <a:cubicBezTo>
                  <a:pt x="4682" y="2936"/>
                  <a:pt x="4826" y="1845"/>
                  <a:pt x="4352" y="1024"/>
                </a:cubicBezTo>
                <a:cubicBezTo>
                  <a:pt x="4003" y="419"/>
                  <a:pt x="3158" y="1"/>
                  <a:pt x="24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9"/>
          <p:cNvSpPr/>
          <p:nvPr/>
        </p:nvSpPr>
        <p:spPr>
          <a:xfrm rot="-7965562">
            <a:off x="1334076" y="4389092"/>
            <a:ext cx="2589823" cy="1660283"/>
          </a:xfrm>
          <a:custGeom>
            <a:avLst/>
            <a:gdLst/>
            <a:ahLst/>
            <a:cxnLst/>
            <a:rect l="l" t="t" r="r" b="b"/>
            <a:pathLst>
              <a:path w="29494" h="18908" extrusionOk="0">
                <a:moveTo>
                  <a:pt x="5258" y="0"/>
                </a:moveTo>
                <a:cubicBezTo>
                  <a:pt x="3929" y="0"/>
                  <a:pt x="2063" y="84"/>
                  <a:pt x="1238" y="1000"/>
                </a:cubicBezTo>
                <a:cubicBezTo>
                  <a:pt x="1" y="2376"/>
                  <a:pt x="2049" y="3896"/>
                  <a:pt x="3381" y="4515"/>
                </a:cubicBezTo>
                <a:cubicBezTo>
                  <a:pt x="4610" y="5085"/>
                  <a:pt x="5957" y="5364"/>
                  <a:pt x="7198" y="5908"/>
                </a:cubicBezTo>
                <a:cubicBezTo>
                  <a:pt x="9194" y="6783"/>
                  <a:pt x="10876" y="8358"/>
                  <a:pt x="11879" y="10295"/>
                </a:cubicBezTo>
                <a:cubicBezTo>
                  <a:pt x="13266" y="12970"/>
                  <a:pt x="13554" y="16484"/>
                  <a:pt x="16077" y="18130"/>
                </a:cubicBezTo>
                <a:cubicBezTo>
                  <a:pt x="16909" y="18673"/>
                  <a:pt x="17853" y="18907"/>
                  <a:pt x="18824" y="18907"/>
                </a:cubicBezTo>
                <a:cubicBezTo>
                  <a:pt x="20547" y="18907"/>
                  <a:pt x="22353" y="18170"/>
                  <a:pt x="23760" y="17111"/>
                </a:cubicBezTo>
                <a:cubicBezTo>
                  <a:pt x="26258" y="15231"/>
                  <a:pt x="28006" y="12452"/>
                  <a:pt x="28914" y="9459"/>
                </a:cubicBezTo>
                <a:cubicBezTo>
                  <a:pt x="29262" y="8308"/>
                  <a:pt x="29493" y="7069"/>
                  <a:pt x="29177" y="5909"/>
                </a:cubicBezTo>
                <a:cubicBezTo>
                  <a:pt x="28800" y="4524"/>
                  <a:pt x="27678" y="3435"/>
                  <a:pt x="26402" y="2779"/>
                </a:cubicBezTo>
                <a:cubicBezTo>
                  <a:pt x="25125" y="2121"/>
                  <a:pt x="23693" y="1839"/>
                  <a:pt x="22280" y="1590"/>
                </a:cubicBezTo>
                <a:cubicBezTo>
                  <a:pt x="16865" y="631"/>
                  <a:pt x="11377" y="38"/>
                  <a:pt x="5878" y="4"/>
                </a:cubicBezTo>
                <a:cubicBezTo>
                  <a:pt x="5692" y="3"/>
                  <a:pt x="5483" y="0"/>
                  <a:pt x="5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9"/>
          <p:cNvSpPr/>
          <p:nvPr/>
        </p:nvSpPr>
        <p:spPr>
          <a:xfrm>
            <a:off x="7378700" y="-535601"/>
            <a:ext cx="2373294" cy="2282328"/>
          </a:xfrm>
          <a:custGeom>
            <a:avLst/>
            <a:gdLst/>
            <a:ahLst/>
            <a:cxnLst/>
            <a:rect l="l" t="t" r="r" b="b"/>
            <a:pathLst>
              <a:path w="4826" h="4641" extrusionOk="0">
                <a:moveTo>
                  <a:pt x="2403" y="1"/>
                </a:moveTo>
                <a:cubicBezTo>
                  <a:pt x="2133" y="1"/>
                  <a:pt x="1873" y="55"/>
                  <a:pt x="1653" y="173"/>
                </a:cubicBezTo>
                <a:cubicBezTo>
                  <a:pt x="607" y="738"/>
                  <a:pt x="1" y="2078"/>
                  <a:pt x="394" y="3200"/>
                </a:cubicBezTo>
                <a:cubicBezTo>
                  <a:pt x="693" y="4052"/>
                  <a:pt x="1593" y="4641"/>
                  <a:pt x="2475" y="4641"/>
                </a:cubicBezTo>
                <a:cubicBezTo>
                  <a:pt x="2754" y="4641"/>
                  <a:pt x="3032" y="4582"/>
                  <a:pt x="3288" y="4452"/>
                </a:cubicBezTo>
                <a:cubicBezTo>
                  <a:pt x="3625" y="4282"/>
                  <a:pt x="3909" y="4014"/>
                  <a:pt x="4129" y="3707"/>
                </a:cubicBezTo>
                <a:cubicBezTo>
                  <a:pt x="4682" y="2936"/>
                  <a:pt x="4826" y="1845"/>
                  <a:pt x="4352" y="1024"/>
                </a:cubicBezTo>
                <a:cubicBezTo>
                  <a:pt x="4003" y="419"/>
                  <a:pt x="3158" y="1"/>
                  <a:pt x="24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"/>
          <p:cNvSpPr/>
          <p:nvPr/>
        </p:nvSpPr>
        <p:spPr>
          <a:xfrm rot="-2700000">
            <a:off x="223601" y="2253581"/>
            <a:ext cx="1111029" cy="1563638"/>
          </a:xfrm>
          <a:custGeom>
            <a:avLst/>
            <a:gdLst/>
            <a:ahLst/>
            <a:cxnLst/>
            <a:rect l="l" t="t" r="r" b="b"/>
            <a:pathLst>
              <a:path w="8864" h="12475" extrusionOk="0">
                <a:moveTo>
                  <a:pt x="4240" y="0"/>
                </a:moveTo>
                <a:cubicBezTo>
                  <a:pt x="1692" y="0"/>
                  <a:pt x="376" y="4674"/>
                  <a:pt x="186" y="6747"/>
                </a:cubicBezTo>
                <a:cubicBezTo>
                  <a:pt x="1" y="8768"/>
                  <a:pt x="838" y="11021"/>
                  <a:pt x="2665" y="11905"/>
                </a:cubicBezTo>
                <a:cubicBezTo>
                  <a:pt x="3103" y="12118"/>
                  <a:pt x="3579" y="12243"/>
                  <a:pt x="4055" y="12344"/>
                </a:cubicBezTo>
                <a:cubicBezTo>
                  <a:pt x="4391" y="12415"/>
                  <a:pt x="4735" y="12474"/>
                  <a:pt x="5076" y="12474"/>
                </a:cubicBezTo>
                <a:cubicBezTo>
                  <a:pt x="5237" y="12474"/>
                  <a:pt x="5397" y="12461"/>
                  <a:pt x="5556" y="12430"/>
                </a:cubicBezTo>
                <a:cubicBezTo>
                  <a:pt x="6678" y="12208"/>
                  <a:pt x="7433" y="11146"/>
                  <a:pt x="7863" y="10085"/>
                </a:cubicBezTo>
                <a:cubicBezTo>
                  <a:pt x="8864" y="7613"/>
                  <a:pt x="8681" y="4691"/>
                  <a:pt x="7381" y="2363"/>
                </a:cubicBezTo>
                <a:cubicBezTo>
                  <a:pt x="6994" y="1672"/>
                  <a:pt x="6504" y="1021"/>
                  <a:pt x="5849" y="572"/>
                </a:cubicBezTo>
                <a:cubicBezTo>
                  <a:pt x="5266" y="173"/>
                  <a:pt x="4730" y="0"/>
                  <a:pt x="424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9"/>
          <p:cNvSpPr/>
          <p:nvPr/>
        </p:nvSpPr>
        <p:spPr>
          <a:xfrm rot="-7965562">
            <a:off x="1861339" y="-1565908"/>
            <a:ext cx="2589823" cy="1660283"/>
          </a:xfrm>
          <a:custGeom>
            <a:avLst/>
            <a:gdLst/>
            <a:ahLst/>
            <a:cxnLst/>
            <a:rect l="l" t="t" r="r" b="b"/>
            <a:pathLst>
              <a:path w="29494" h="18908" extrusionOk="0">
                <a:moveTo>
                  <a:pt x="5258" y="0"/>
                </a:moveTo>
                <a:cubicBezTo>
                  <a:pt x="3929" y="0"/>
                  <a:pt x="2063" y="84"/>
                  <a:pt x="1238" y="1000"/>
                </a:cubicBezTo>
                <a:cubicBezTo>
                  <a:pt x="1" y="2376"/>
                  <a:pt x="2049" y="3896"/>
                  <a:pt x="3381" y="4515"/>
                </a:cubicBezTo>
                <a:cubicBezTo>
                  <a:pt x="4610" y="5085"/>
                  <a:pt x="5957" y="5364"/>
                  <a:pt x="7198" y="5908"/>
                </a:cubicBezTo>
                <a:cubicBezTo>
                  <a:pt x="9194" y="6783"/>
                  <a:pt x="10876" y="8358"/>
                  <a:pt x="11879" y="10295"/>
                </a:cubicBezTo>
                <a:cubicBezTo>
                  <a:pt x="13266" y="12970"/>
                  <a:pt x="13554" y="16484"/>
                  <a:pt x="16077" y="18130"/>
                </a:cubicBezTo>
                <a:cubicBezTo>
                  <a:pt x="16909" y="18673"/>
                  <a:pt x="17853" y="18907"/>
                  <a:pt x="18824" y="18907"/>
                </a:cubicBezTo>
                <a:cubicBezTo>
                  <a:pt x="20547" y="18907"/>
                  <a:pt x="22353" y="18170"/>
                  <a:pt x="23760" y="17111"/>
                </a:cubicBezTo>
                <a:cubicBezTo>
                  <a:pt x="26258" y="15231"/>
                  <a:pt x="28006" y="12452"/>
                  <a:pt x="28914" y="9459"/>
                </a:cubicBezTo>
                <a:cubicBezTo>
                  <a:pt x="29262" y="8308"/>
                  <a:pt x="29493" y="7069"/>
                  <a:pt x="29177" y="5909"/>
                </a:cubicBezTo>
                <a:cubicBezTo>
                  <a:pt x="28800" y="4524"/>
                  <a:pt x="27678" y="3435"/>
                  <a:pt x="26402" y="2779"/>
                </a:cubicBezTo>
                <a:cubicBezTo>
                  <a:pt x="25125" y="2121"/>
                  <a:pt x="23693" y="1839"/>
                  <a:pt x="22280" y="1590"/>
                </a:cubicBezTo>
                <a:cubicBezTo>
                  <a:pt x="16865" y="631"/>
                  <a:pt x="11377" y="38"/>
                  <a:pt x="5878" y="4"/>
                </a:cubicBezTo>
                <a:cubicBezTo>
                  <a:pt x="5692" y="3"/>
                  <a:pt x="5483" y="0"/>
                  <a:pt x="525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0"/>
          <p:cNvSpPr/>
          <p:nvPr/>
        </p:nvSpPr>
        <p:spPr>
          <a:xfrm rot="-3274023">
            <a:off x="-38550" y="3762225"/>
            <a:ext cx="1926496" cy="2318847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0"/>
          <p:cNvSpPr/>
          <p:nvPr/>
        </p:nvSpPr>
        <p:spPr>
          <a:xfrm rot="10544354">
            <a:off x="1130192" y="-434428"/>
            <a:ext cx="1452508" cy="1191249"/>
          </a:xfrm>
          <a:custGeom>
            <a:avLst/>
            <a:gdLst/>
            <a:ahLst/>
            <a:cxnLst/>
            <a:rect l="l" t="t" r="r" b="b"/>
            <a:pathLst>
              <a:path w="6911" h="5668" extrusionOk="0">
                <a:moveTo>
                  <a:pt x="5060" y="0"/>
                </a:moveTo>
                <a:cubicBezTo>
                  <a:pt x="4135" y="0"/>
                  <a:pt x="2977" y="479"/>
                  <a:pt x="2274" y="714"/>
                </a:cubicBezTo>
                <a:cubicBezTo>
                  <a:pt x="1482" y="980"/>
                  <a:pt x="803" y="1567"/>
                  <a:pt x="428" y="2313"/>
                </a:cubicBezTo>
                <a:cubicBezTo>
                  <a:pt x="1" y="3161"/>
                  <a:pt x="8" y="4280"/>
                  <a:pt x="646" y="4981"/>
                </a:cubicBezTo>
                <a:cubicBezTo>
                  <a:pt x="1063" y="5440"/>
                  <a:pt x="1696" y="5667"/>
                  <a:pt x="2317" y="5667"/>
                </a:cubicBezTo>
                <a:cubicBezTo>
                  <a:pt x="2335" y="5667"/>
                  <a:pt x="2352" y="5667"/>
                  <a:pt x="2370" y="5667"/>
                </a:cubicBezTo>
                <a:cubicBezTo>
                  <a:pt x="3007" y="5654"/>
                  <a:pt x="3625" y="5424"/>
                  <a:pt x="4174" y="5098"/>
                </a:cubicBezTo>
                <a:cubicBezTo>
                  <a:pt x="5464" y="4333"/>
                  <a:pt x="6911" y="2478"/>
                  <a:pt x="6400" y="860"/>
                </a:cubicBezTo>
                <a:cubicBezTo>
                  <a:pt x="6195" y="215"/>
                  <a:pt x="5680" y="0"/>
                  <a:pt x="506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0"/>
          <p:cNvSpPr/>
          <p:nvPr/>
        </p:nvSpPr>
        <p:spPr>
          <a:xfrm rot="1206729">
            <a:off x="7697479" y="-23881"/>
            <a:ext cx="2343159" cy="1467743"/>
          </a:xfrm>
          <a:custGeom>
            <a:avLst/>
            <a:gdLst/>
            <a:ahLst/>
            <a:cxnLst/>
            <a:rect l="l" t="t" r="r" b="b"/>
            <a:pathLst>
              <a:path w="13108" h="8211" extrusionOk="0">
                <a:moveTo>
                  <a:pt x="3174" y="0"/>
                </a:moveTo>
                <a:cubicBezTo>
                  <a:pt x="2624" y="0"/>
                  <a:pt x="2092" y="121"/>
                  <a:pt x="1613" y="419"/>
                </a:cubicBezTo>
                <a:cubicBezTo>
                  <a:pt x="253" y="1265"/>
                  <a:pt x="0" y="3280"/>
                  <a:pt x="742" y="4700"/>
                </a:cubicBezTo>
                <a:cubicBezTo>
                  <a:pt x="1485" y="6119"/>
                  <a:pt x="2958" y="7013"/>
                  <a:pt x="4463" y="7564"/>
                </a:cubicBezTo>
                <a:cubicBezTo>
                  <a:pt x="5539" y="7958"/>
                  <a:pt x="6691" y="8210"/>
                  <a:pt x="7832" y="8210"/>
                </a:cubicBezTo>
                <a:cubicBezTo>
                  <a:pt x="8499" y="8210"/>
                  <a:pt x="9162" y="8124"/>
                  <a:pt x="9803" y="7930"/>
                </a:cubicBezTo>
                <a:cubicBezTo>
                  <a:pt x="11146" y="7521"/>
                  <a:pt x="12403" y="6546"/>
                  <a:pt x="12755" y="5186"/>
                </a:cubicBezTo>
                <a:cubicBezTo>
                  <a:pt x="13107" y="3827"/>
                  <a:pt x="12286" y="2188"/>
                  <a:pt x="10835" y="2072"/>
                </a:cubicBezTo>
                <a:cubicBezTo>
                  <a:pt x="10760" y="2066"/>
                  <a:pt x="10686" y="2063"/>
                  <a:pt x="10613" y="2063"/>
                </a:cubicBezTo>
                <a:cubicBezTo>
                  <a:pt x="10218" y="2063"/>
                  <a:pt x="9849" y="2138"/>
                  <a:pt x="9456" y="2138"/>
                </a:cubicBezTo>
                <a:cubicBezTo>
                  <a:pt x="9284" y="2138"/>
                  <a:pt x="9108" y="2124"/>
                  <a:pt x="8924" y="2083"/>
                </a:cubicBezTo>
                <a:cubicBezTo>
                  <a:pt x="7914" y="1859"/>
                  <a:pt x="6981" y="1282"/>
                  <a:pt x="6066" y="824"/>
                </a:cubicBezTo>
                <a:cubicBezTo>
                  <a:pt x="5176" y="378"/>
                  <a:pt x="4147" y="0"/>
                  <a:pt x="31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0"/>
          <p:cNvSpPr/>
          <p:nvPr/>
        </p:nvSpPr>
        <p:spPr>
          <a:xfrm>
            <a:off x="2858925" y="4773775"/>
            <a:ext cx="644522" cy="584053"/>
          </a:xfrm>
          <a:custGeom>
            <a:avLst/>
            <a:gdLst/>
            <a:ahLst/>
            <a:cxnLst/>
            <a:rect l="l" t="t" r="r" b="b"/>
            <a:pathLst>
              <a:path w="3048" h="2762" extrusionOk="0">
                <a:moveTo>
                  <a:pt x="1434" y="0"/>
                </a:moveTo>
                <a:cubicBezTo>
                  <a:pt x="1406" y="0"/>
                  <a:pt x="1379" y="1"/>
                  <a:pt x="1352" y="3"/>
                </a:cubicBezTo>
                <a:cubicBezTo>
                  <a:pt x="617" y="18"/>
                  <a:pt x="0" y="765"/>
                  <a:pt x="84" y="1495"/>
                </a:cubicBezTo>
                <a:cubicBezTo>
                  <a:pt x="165" y="2198"/>
                  <a:pt x="847" y="2762"/>
                  <a:pt x="1552" y="2762"/>
                </a:cubicBezTo>
                <a:cubicBezTo>
                  <a:pt x="1579" y="2762"/>
                  <a:pt x="1605" y="2761"/>
                  <a:pt x="1631" y="2759"/>
                </a:cubicBezTo>
                <a:cubicBezTo>
                  <a:pt x="2384" y="2714"/>
                  <a:pt x="3047" y="2023"/>
                  <a:pt x="3037" y="1269"/>
                </a:cubicBezTo>
                <a:cubicBezTo>
                  <a:pt x="3027" y="543"/>
                  <a:pt x="2169" y="0"/>
                  <a:pt x="14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0"/>
          <p:cNvSpPr/>
          <p:nvPr/>
        </p:nvSpPr>
        <p:spPr>
          <a:xfrm>
            <a:off x="7536568" y="2338611"/>
            <a:ext cx="2664998" cy="3187235"/>
          </a:xfrm>
          <a:custGeom>
            <a:avLst/>
            <a:gdLst/>
            <a:ahLst/>
            <a:cxnLst/>
            <a:rect l="l" t="t" r="r" b="b"/>
            <a:pathLst>
              <a:path w="9063" h="10839" extrusionOk="0">
                <a:moveTo>
                  <a:pt x="1648" y="8897"/>
                </a:moveTo>
                <a:cubicBezTo>
                  <a:pt x="2394" y="10117"/>
                  <a:pt x="3871" y="10839"/>
                  <a:pt x="5296" y="10709"/>
                </a:cubicBezTo>
                <a:cubicBezTo>
                  <a:pt x="6720" y="10578"/>
                  <a:pt x="8031" y="9618"/>
                  <a:pt x="8615" y="8312"/>
                </a:cubicBezTo>
                <a:cubicBezTo>
                  <a:pt x="8961" y="7539"/>
                  <a:pt x="9063" y="6675"/>
                  <a:pt x="9039" y="5828"/>
                </a:cubicBezTo>
                <a:cubicBezTo>
                  <a:pt x="8999" y="4318"/>
                  <a:pt x="8469" y="2686"/>
                  <a:pt x="7175" y="1907"/>
                </a:cubicBezTo>
                <a:cubicBezTo>
                  <a:pt x="4007" y="0"/>
                  <a:pt x="0" y="6200"/>
                  <a:pt x="1648" y="889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/>
          <p:cNvSpPr/>
          <p:nvPr/>
        </p:nvSpPr>
        <p:spPr>
          <a:xfrm rot="8577672">
            <a:off x="-752295" y="1237567"/>
            <a:ext cx="1590426" cy="1624881"/>
          </a:xfrm>
          <a:custGeom>
            <a:avLst/>
            <a:gdLst/>
            <a:ahLst/>
            <a:cxnLst/>
            <a:rect l="l" t="t" r="r" b="b"/>
            <a:pathLst>
              <a:path w="18279" h="18675" extrusionOk="0">
                <a:moveTo>
                  <a:pt x="13375" y="0"/>
                </a:moveTo>
                <a:cubicBezTo>
                  <a:pt x="12417" y="0"/>
                  <a:pt x="11462" y="393"/>
                  <a:pt x="10692" y="1296"/>
                </a:cubicBezTo>
                <a:cubicBezTo>
                  <a:pt x="10011" y="2096"/>
                  <a:pt x="9771" y="3110"/>
                  <a:pt x="9021" y="3877"/>
                </a:cubicBezTo>
                <a:cubicBezTo>
                  <a:pt x="7976" y="4948"/>
                  <a:pt x="6451" y="5528"/>
                  <a:pt x="5089" y="6069"/>
                </a:cubicBezTo>
                <a:cubicBezTo>
                  <a:pt x="4040" y="6486"/>
                  <a:pt x="2980" y="6937"/>
                  <a:pt x="2117" y="7664"/>
                </a:cubicBezTo>
                <a:cubicBezTo>
                  <a:pt x="762" y="8805"/>
                  <a:pt x="1" y="10600"/>
                  <a:pt x="74" y="12369"/>
                </a:cubicBezTo>
                <a:cubicBezTo>
                  <a:pt x="148" y="14138"/>
                  <a:pt x="1042" y="15847"/>
                  <a:pt x="2425" y="16953"/>
                </a:cubicBezTo>
                <a:cubicBezTo>
                  <a:pt x="3273" y="17630"/>
                  <a:pt x="4285" y="18085"/>
                  <a:pt x="5334" y="18365"/>
                </a:cubicBezTo>
                <a:cubicBezTo>
                  <a:pt x="6122" y="18574"/>
                  <a:pt x="6932" y="18675"/>
                  <a:pt x="7741" y="18675"/>
                </a:cubicBezTo>
                <a:cubicBezTo>
                  <a:pt x="11568" y="18675"/>
                  <a:pt x="15403" y="16437"/>
                  <a:pt x="17072" y="12961"/>
                </a:cubicBezTo>
                <a:cubicBezTo>
                  <a:pt x="17978" y="11074"/>
                  <a:pt x="18279" y="8940"/>
                  <a:pt x="18227" y="6847"/>
                </a:cubicBezTo>
                <a:cubicBezTo>
                  <a:pt x="18188" y="5274"/>
                  <a:pt x="17940" y="3660"/>
                  <a:pt x="17133" y="2310"/>
                </a:cubicBezTo>
                <a:cubicBezTo>
                  <a:pt x="16295" y="908"/>
                  <a:pt x="14831" y="0"/>
                  <a:pt x="133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/>
          <p:cNvSpPr/>
          <p:nvPr/>
        </p:nvSpPr>
        <p:spPr>
          <a:xfrm>
            <a:off x="4820600" y="-316402"/>
            <a:ext cx="1375537" cy="1295878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/>
          <p:cNvSpPr/>
          <p:nvPr/>
        </p:nvSpPr>
        <p:spPr>
          <a:xfrm>
            <a:off x="4895352" y="4393748"/>
            <a:ext cx="1249322" cy="1132102"/>
          </a:xfrm>
          <a:custGeom>
            <a:avLst/>
            <a:gdLst/>
            <a:ahLst/>
            <a:cxnLst/>
            <a:rect l="l" t="t" r="r" b="b"/>
            <a:pathLst>
              <a:path w="3048" h="2762" extrusionOk="0">
                <a:moveTo>
                  <a:pt x="1434" y="0"/>
                </a:moveTo>
                <a:cubicBezTo>
                  <a:pt x="1406" y="0"/>
                  <a:pt x="1379" y="1"/>
                  <a:pt x="1352" y="3"/>
                </a:cubicBezTo>
                <a:cubicBezTo>
                  <a:pt x="617" y="18"/>
                  <a:pt x="0" y="765"/>
                  <a:pt x="84" y="1495"/>
                </a:cubicBezTo>
                <a:cubicBezTo>
                  <a:pt x="165" y="2198"/>
                  <a:pt x="847" y="2762"/>
                  <a:pt x="1552" y="2762"/>
                </a:cubicBezTo>
                <a:cubicBezTo>
                  <a:pt x="1579" y="2762"/>
                  <a:pt x="1605" y="2761"/>
                  <a:pt x="1631" y="2759"/>
                </a:cubicBezTo>
                <a:cubicBezTo>
                  <a:pt x="2384" y="2714"/>
                  <a:pt x="3047" y="2023"/>
                  <a:pt x="3037" y="1269"/>
                </a:cubicBezTo>
                <a:cubicBezTo>
                  <a:pt x="3027" y="543"/>
                  <a:pt x="2169" y="0"/>
                  <a:pt x="143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 b="1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anit"/>
              <a:buNone/>
              <a:defRPr sz="35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3" r:id="rId8"/>
    <p:sldLayoutId id="2147483675" r:id="rId9"/>
    <p:sldLayoutId id="2147483685" r:id="rId10"/>
    <p:sldLayoutId id="214748368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/>
          <p:nvPr/>
        </p:nvSpPr>
        <p:spPr>
          <a:xfrm>
            <a:off x="1669800" y="3776925"/>
            <a:ext cx="5804400" cy="409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4"/>
          <p:cNvSpPr txBox="1">
            <a:spLocks noGrp="1"/>
          </p:cNvSpPr>
          <p:nvPr>
            <p:ph type="ctrTitle"/>
          </p:nvPr>
        </p:nvSpPr>
        <p:spPr>
          <a:xfrm>
            <a:off x="3168116" y="1024042"/>
            <a:ext cx="4635759" cy="27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Ball Balancing Using a Robotic Arm (Simulation)</a:t>
            </a:r>
            <a:endParaRPr sz="3400" i="1" dirty="0">
              <a:solidFill>
                <a:schemeClr val="lt2"/>
              </a:solidFill>
            </a:endParaRPr>
          </a:p>
        </p:txBody>
      </p:sp>
      <p:sp>
        <p:nvSpPr>
          <p:cNvPr id="546" name="Google Shape;546;p44"/>
          <p:cNvSpPr txBox="1">
            <a:spLocks noGrp="1"/>
          </p:cNvSpPr>
          <p:nvPr>
            <p:ph type="subTitle" idx="1"/>
          </p:nvPr>
        </p:nvSpPr>
        <p:spPr>
          <a:xfrm>
            <a:off x="2455500" y="3776925"/>
            <a:ext cx="4233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Course:</a:t>
            </a:r>
            <a:r>
              <a:rPr lang="en-US" dirty="0"/>
              <a:t> Robot Programming</a:t>
            </a:r>
            <a:endParaRPr dirty="0"/>
          </a:p>
        </p:txBody>
      </p:sp>
      <p:sp>
        <p:nvSpPr>
          <p:cNvPr id="598" name="Google Shape;598;p44"/>
          <p:cNvSpPr/>
          <p:nvPr/>
        </p:nvSpPr>
        <p:spPr>
          <a:xfrm>
            <a:off x="1894310" y="-186512"/>
            <a:ext cx="820644" cy="1869659"/>
          </a:xfrm>
          <a:custGeom>
            <a:avLst/>
            <a:gdLst/>
            <a:ahLst/>
            <a:cxnLst/>
            <a:rect l="l" t="t" r="r" b="b"/>
            <a:pathLst>
              <a:path w="6073" h="13836" extrusionOk="0">
                <a:moveTo>
                  <a:pt x="691" y="0"/>
                </a:moveTo>
                <a:cubicBezTo>
                  <a:pt x="203" y="0"/>
                  <a:pt x="0" y="560"/>
                  <a:pt x="239" y="1251"/>
                </a:cubicBezTo>
                <a:lnTo>
                  <a:pt x="4060" y="12550"/>
                </a:lnTo>
                <a:cubicBezTo>
                  <a:pt x="4227" y="13050"/>
                  <a:pt x="4572" y="13490"/>
                  <a:pt x="4942" y="13704"/>
                </a:cubicBezTo>
                <a:cubicBezTo>
                  <a:pt x="5084" y="13776"/>
                  <a:pt x="5227" y="13835"/>
                  <a:pt x="5370" y="13835"/>
                </a:cubicBezTo>
                <a:cubicBezTo>
                  <a:pt x="5858" y="13835"/>
                  <a:pt x="6073" y="13276"/>
                  <a:pt x="5834" y="12585"/>
                </a:cubicBezTo>
                <a:lnTo>
                  <a:pt x="2013" y="1286"/>
                </a:lnTo>
                <a:cubicBezTo>
                  <a:pt x="1834" y="786"/>
                  <a:pt x="1489" y="346"/>
                  <a:pt x="1120" y="143"/>
                </a:cubicBezTo>
                <a:cubicBezTo>
                  <a:pt x="977" y="60"/>
                  <a:pt x="834" y="12"/>
                  <a:pt x="691" y="0"/>
                </a:cubicBezTo>
                <a:close/>
              </a:path>
            </a:pathLst>
          </a:custGeom>
          <a:solidFill>
            <a:srgbClr val="BFC1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4"/>
          <p:cNvSpPr/>
          <p:nvPr/>
        </p:nvSpPr>
        <p:spPr>
          <a:xfrm flipH="1">
            <a:off x="1267" y="2897250"/>
            <a:ext cx="64742" cy="392530"/>
          </a:xfrm>
          <a:custGeom>
            <a:avLst/>
            <a:gdLst/>
            <a:ahLst/>
            <a:cxnLst/>
            <a:rect l="l" t="t" r="r" b="b"/>
            <a:pathLst>
              <a:path w="894" h="5555" extrusionOk="0">
                <a:moveTo>
                  <a:pt x="13" y="0"/>
                </a:moveTo>
                <a:lnTo>
                  <a:pt x="1" y="5382"/>
                </a:lnTo>
                <a:cubicBezTo>
                  <a:pt x="13" y="5394"/>
                  <a:pt x="25" y="5406"/>
                  <a:pt x="36" y="5406"/>
                </a:cubicBezTo>
                <a:cubicBezTo>
                  <a:pt x="205" y="5503"/>
                  <a:pt x="434" y="5555"/>
                  <a:pt x="662" y="5555"/>
                </a:cubicBezTo>
                <a:cubicBezTo>
                  <a:pt x="740" y="5555"/>
                  <a:pt x="818" y="5549"/>
                  <a:pt x="894" y="5536"/>
                </a:cubicBezTo>
                <a:lnTo>
                  <a:pt x="894" y="155"/>
                </a:lnTo>
                <a:cubicBezTo>
                  <a:pt x="826" y="163"/>
                  <a:pt x="756" y="168"/>
                  <a:pt x="685" y="168"/>
                </a:cubicBezTo>
                <a:cubicBezTo>
                  <a:pt x="457" y="168"/>
                  <a:pt x="221" y="121"/>
                  <a:pt x="48" y="12"/>
                </a:cubicBezTo>
                <a:cubicBezTo>
                  <a:pt x="36" y="12"/>
                  <a:pt x="25" y="0"/>
                  <a:pt x="13" y="0"/>
                </a:cubicBezTo>
                <a:close/>
              </a:path>
            </a:pathLst>
          </a:custGeom>
          <a:solidFill>
            <a:srgbClr val="79BD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4"/>
          <p:cNvSpPr/>
          <p:nvPr/>
        </p:nvSpPr>
        <p:spPr>
          <a:xfrm rot="-2949886">
            <a:off x="1968824" y="2666977"/>
            <a:ext cx="335798" cy="404187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4"/>
          <p:cNvSpPr/>
          <p:nvPr/>
        </p:nvSpPr>
        <p:spPr>
          <a:xfrm>
            <a:off x="3368754" y="4484609"/>
            <a:ext cx="263576" cy="238844"/>
          </a:xfrm>
          <a:custGeom>
            <a:avLst/>
            <a:gdLst/>
            <a:ahLst/>
            <a:cxnLst/>
            <a:rect l="l" t="t" r="r" b="b"/>
            <a:pathLst>
              <a:path w="3048" h="2762" extrusionOk="0">
                <a:moveTo>
                  <a:pt x="1434" y="0"/>
                </a:moveTo>
                <a:cubicBezTo>
                  <a:pt x="1406" y="0"/>
                  <a:pt x="1379" y="1"/>
                  <a:pt x="1352" y="3"/>
                </a:cubicBezTo>
                <a:cubicBezTo>
                  <a:pt x="617" y="18"/>
                  <a:pt x="0" y="765"/>
                  <a:pt x="84" y="1495"/>
                </a:cubicBezTo>
                <a:cubicBezTo>
                  <a:pt x="165" y="2198"/>
                  <a:pt x="847" y="2762"/>
                  <a:pt x="1552" y="2762"/>
                </a:cubicBezTo>
                <a:cubicBezTo>
                  <a:pt x="1579" y="2762"/>
                  <a:pt x="1605" y="2761"/>
                  <a:pt x="1631" y="2759"/>
                </a:cubicBezTo>
                <a:cubicBezTo>
                  <a:pt x="2384" y="2714"/>
                  <a:pt x="3047" y="2023"/>
                  <a:pt x="3037" y="1269"/>
                </a:cubicBezTo>
                <a:cubicBezTo>
                  <a:pt x="3027" y="543"/>
                  <a:pt x="2169" y="0"/>
                  <a:pt x="14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4"/>
          <p:cNvSpPr/>
          <p:nvPr/>
        </p:nvSpPr>
        <p:spPr>
          <a:xfrm>
            <a:off x="8306251" y="2097076"/>
            <a:ext cx="425822" cy="409499"/>
          </a:xfrm>
          <a:custGeom>
            <a:avLst/>
            <a:gdLst/>
            <a:ahLst/>
            <a:cxnLst/>
            <a:rect l="l" t="t" r="r" b="b"/>
            <a:pathLst>
              <a:path w="4826" h="4641" extrusionOk="0">
                <a:moveTo>
                  <a:pt x="2403" y="1"/>
                </a:moveTo>
                <a:cubicBezTo>
                  <a:pt x="2133" y="1"/>
                  <a:pt x="1873" y="55"/>
                  <a:pt x="1653" y="173"/>
                </a:cubicBezTo>
                <a:cubicBezTo>
                  <a:pt x="607" y="738"/>
                  <a:pt x="1" y="2078"/>
                  <a:pt x="394" y="3200"/>
                </a:cubicBezTo>
                <a:cubicBezTo>
                  <a:pt x="693" y="4052"/>
                  <a:pt x="1593" y="4641"/>
                  <a:pt x="2475" y="4641"/>
                </a:cubicBezTo>
                <a:cubicBezTo>
                  <a:pt x="2754" y="4641"/>
                  <a:pt x="3032" y="4582"/>
                  <a:pt x="3288" y="4452"/>
                </a:cubicBezTo>
                <a:cubicBezTo>
                  <a:pt x="3625" y="4282"/>
                  <a:pt x="3909" y="4014"/>
                  <a:pt x="4129" y="3707"/>
                </a:cubicBezTo>
                <a:cubicBezTo>
                  <a:pt x="4682" y="2936"/>
                  <a:pt x="4826" y="1845"/>
                  <a:pt x="4352" y="1024"/>
                </a:cubicBezTo>
                <a:cubicBezTo>
                  <a:pt x="4003" y="419"/>
                  <a:pt x="3158" y="1"/>
                  <a:pt x="24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44"/>
          <p:cNvSpPr/>
          <p:nvPr/>
        </p:nvSpPr>
        <p:spPr>
          <a:xfrm rot="-9049458" flipH="1">
            <a:off x="1518021" y="1725926"/>
            <a:ext cx="173198" cy="208472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4"/>
          <p:cNvSpPr/>
          <p:nvPr/>
        </p:nvSpPr>
        <p:spPr>
          <a:xfrm rot="4077081">
            <a:off x="2433156" y="3331019"/>
            <a:ext cx="252842" cy="243150"/>
          </a:xfrm>
          <a:custGeom>
            <a:avLst/>
            <a:gdLst/>
            <a:ahLst/>
            <a:cxnLst/>
            <a:rect l="l" t="t" r="r" b="b"/>
            <a:pathLst>
              <a:path w="4826" h="4641" extrusionOk="0">
                <a:moveTo>
                  <a:pt x="2403" y="1"/>
                </a:moveTo>
                <a:cubicBezTo>
                  <a:pt x="2133" y="1"/>
                  <a:pt x="1873" y="55"/>
                  <a:pt x="1653" y="173"/>
                </a:cubicBezTo>
                <a:cubicBezTo>
                  <a:pt x="607" y="738"/>
                  <a:pt x="1" y="2078"/>
                  <a:pt x="394" y="3200"/>
                </a:cubicBezTo>
                <a:cubicBezTo>
                  <a:pt x="693" y="4052"/>
                  <a:pt x="1593" y="4641"/>
                  <a:pt x="2475" y="4641"/>
                </a:cubicBezTo>
                <a:cubicBezTo>
                  <a:pt x="2754" y="4641"/>
                  <a:pt x="3032" y="4582"/>
                  <a:pt x="3288" y="4452"/>
                </a:cubicBezTo>
                <a:cubicBezTo>
                  <a:pt x="3625" y="4282"/>
                  <a:pt x="3909" y="4014"/>
                  <a:pt x="4129" y="3707"/>
                </a:cubicBezTo>
                <a:cubicBezTo>
                  <a:pt x="4682" y="2936"/>
                  <a:pt x="4826" y="1845"/>
                  <a:pt x="4352" y="1024"/>
                </a:cubicBezTo>
                <a:cubicBezTo>
                  <a:pt x="4003" y="419"/>
                  <a:pt x="3158" y="1"/>
                  <a:pt x="24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4"/>
          <p:cNvSpPr/>
          <p:nvPr/>
        </p:nvSpPr>
        <p:spPr>
          <a:xfrm>
            <a:off x="7693049" y="1516324"/>
            <a:ext cx="474591" cy="447087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4"/>
          <p:cNvSpPr/>
          <p:nvPr/>
        </p:nvSpPr>
        <p:spPr>
          <a:xfrm rot="-8100000">
            <a:off x="1751998" y="3399693"/>
            <a:ext cx="112302" cy="105794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4"/>
          <p:cNvSpPr/>
          <p:nvPr/>
        </p:nvSpPr>
        <p:spPr>
          <a:xfrm rot="2569324">
            <a:off x="2138213" y="2323372"/>
            <a:ext cx="112321" cy="105812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9" name="Google Shape;659;p44"/>
          <p:cNvGrpSpPr/>
          <p:nvPr/>
        </p:nvGrpSpPr>
        <p:grpSpPr>
          <a:xfrm rot="-1055815" flipH="1">
            <a:off x="2576521" y="1116963"/>
            <a:ext cx="675186" cy="2059115"/>
            <a:chOff x="4964550" y="3329725"/>
            <a:chExt cx="311350" cy="949525"/>
          </a:xfrm>
        </p:grpSpPr>
        <p:sp>
          <p:nvSpPr>
            <p:cNvPr id="660" name="Google Shape;660;p44"/>
            <p:cNvSpPr/>
            <p:nvPr/>
          </p:nvSpPr>
          <p:spPr>
            <a:xfrm>
              <a:off x="4964550" y="351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4064" h="4064" extrusionOk="0">
                  <a:moveTo>
                    <a:pt x="2032" y="1"/>
                  </a:moveTo>
                  <a:cubicBezTo>
                    <a:pt x="911" y="1"/>
                    <a:pt x="1" y="910"/>
                    <a:pt x="1" y="2032"/>
                  </a:cubicBezTo>
                  <a:cubicBezTo>
                    <a:pt x="1" y="3153"/>
                    <a:pt x="911" y="4063"/>
                    <a:pt x="2032" y="4063"/>
                  </a:cubicBezTo>
                  <a:cubicBezTo>
                    <a:pt x="3154" y="4063"/>
                    <a:pt x="4063" y="3153"/>
                    <a:pt x="4063" y="2032"/>
                  </a:cubicBezTo>
                  <a:cubicBezTo>
                    <a:pt x="4063" y="910"/>
                    <a:pt x="3154" y="1"/>
                    <a:pt x="20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4"/>
            <p:cNvSpPr/>
            <p:nvPr/>
          </p:nvSpPr>
          <p:spPr>
            <a:xfrm>
              <a:off x="4968275" y="34132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5" y="0"/>
                  </a:moveTo>
                  <a:cubicBezTo>
                    <a:pt x="683" y="0"/>
                    <a:pt x="0" y="682"/>
                    <a:pt x="0" y="1523"/>
                  </a:cubicBezTo>
                  <a:cubicBezTo>
                    <a:pt x="0" y="2365"/>
                    <a:pt x="683" y="3048"/>
                    <a:pt x="1525" y="3048"/>
                  </a:cubicBezTo>
                  <a:cubicBezTo>
                    <a:pt x="2365" y="3048"/>
                    <a:pt x="3048" y="2365"/>
                    <a:pt x="3048" y="1523"/>
                  </a:cubicBezTo>
                  <a:cubicBezTo>
                    <a:pt x="3048" y="682"/>
                    <a:pt x="236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4"/>
            <p:cNvSpPr/>
            <p:nvPr/>
          </p:nvSpPr>
          <p:spPr>
            <a:xfrm>
              <a:off x="5015350" y="3646500"/>
              <a:ext cx="76175" cy="76200"/>
            </a:xfrm>
            <a:custGeom>
              <a:avLst/>
              <a:gdLst/>
              <a:ahLst/>
              <a:cxnLst/>
              <a:rect l="l" t="t" r="r" b="b"/>
              <a:pathLst>
                <a:path w="3047" h="3048" extrusionOk="0">
                  <a:moveTo>
                    <a:pt x="1523" y="1"/>
                  </a:moveTo>
                  <a:cubicBezTo>
                    <a:pt x="682" y="1"/>
                    <a:pt x="0" y="683"/>
                    <a:pt x="0" y="1524"/>
                  </a:cubicBezTo>
                  <a:cubicBezTo>
                    <a:pt x="0" y="2365"/>
                    <a:pt x="682" y="3047"/>
                    <a:pt x="1523" y="3047"/>
                  </a:cubicBezTo>
                  <a:cubicBezTo>
                    <a:pt x="2365" y="3047"/>
                    <a:pt x="3046" y="2365"/>
                    <a:pt x="3046" y="1524"/>
                  </a:cubicBezTo>
                  <a:cubicBezTo>
                    <a:pt x="3046" y="683"/>
                    <a:pt x="2365" y="1"/>
                    <a:pt x="15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4"/>
            <p:cNvSpPr/>
            <p:nvPr/>
          </p:nvSpPr>
          <p:spPr>
            <a:xfrm>
              <a:off x="5075000" y="3738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524" y="1"/>
                  </a:moveTo>
                  <a:cubicBezTo>
                    <a:pt x="683" y="1"/>
                    <a:pt x="1" y="682"/>
                    <a:pt x="1" y="1524"/>
                  </a:cubicBezTo>
                  <a:cubicBezTo>
                    <a:pt x="1" y="2365"/>
                    <a:pt x="683" y="3047"/>
                    <a:pt x="1524" y="3047"/>
                  </a:cubicBezTo>
                  <a:cubicBezTo>
                    <a:pt x="2365" y="3047"/>
                    <a:pt x="3047" y="2365"/>
                    <a:pt x="3047" y="1524"/>
                  </a:cubicBezTo>
                  <a:cubicBezTo>
                    <a:pt x="3047" y="682"/>
                    <a:pt x="2365" y="1"/>
                    <a:pt x="15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4"/>
            <p:cNvSpPr/>
            <p:nvPr/>
          </p:nvSpPr>
          <p:spPr>
            <a:xfrm>
              <a:off x="5145975" y="3835775"/>
              <a:ext cx="59250" cy="59250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4" y="0"/>
                  </a:moveTo>
                  <a:cubicBezTo>
                    <a:pt x="530" y="0"/>
                    <a:pt x="0" y="531"/>
                    <a:pt x="0" y="1186"/>
                  </a:cubicBezTo>
                  <a:cubicBezTo>
                    <a:pt x="0" y="1840"/>
                    <a:pt x="530" y="2370"/>
                    <a:pt x="1184" y="2370"/>
                  </a:cubicBezTo>
                  <a:cubicBezTo>
                    <a:pt x="1839" y="2370"/>
                    <a:pt x="2369" y="1840"/>
                    <a:pt x="2369" y="1186"/>
                  </a:cubicBezTo>
                  <a:cubicBezTo>
                    <a:pt x="2369" y="531"/>
                    <a:pt x="1839" y="0"/>
                    <a:pt x="1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4"/>
            <p:cNvSpPr/>
            <p:nvPr/>
          </p:nvSpPr>
          <p:spPr>
            <a:xfrm>
              <a:off x="5187050" y="3913225"/>
              <a:ext cx="59300" cy="59275"/>
            </a:xfrm>
            <a:custGeom>
              <a:avLst/>
              <a:gdLst/>
              <a:ahLst/>
              <a:cxnLst/>
              <a:rect l="l" t="t" r="r" b="b"/>
              <a:pathLst>
                <a:path w="2372" h="2371" extrusionOk="0">
                  <a:moveTo>
                    <a:pt x="1186" y="0"/>
                  </a:moveTo>
                  <a:cubicBezTo>
                    <a:pt x="532" y="0"/>
                    <a:pt x="1" y="531"/>
                    <a:pt x="1" y="1185"/>
                  </a:cubicBezTo>
                  <a:cubicBezTo>
                    <a:pt x="1" y="1840"/>
                    <a:pt x="532" y="2371"/>
                    <a:pt x="1186" y="2371"/>
                  </a:cubicBezTo>
                  <a:cubicBezTo>
                    <a:pt x="1840" y="2371"/>
                    <a:pt x="2371" y="1840"/>
                    <a:pt x="2371" y="1185"/>
                  </a:cubicBezTo>
                  <a:cubicBezTo>
                    <a:pt x="2371" y="531"/>
                    <a:pt x="1840" y="0"/>
                    <a:pt x="11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4"/>
            <p:cNvSpPr/>
            <p:nvPr/>
          </p:nvSpPr>
          <p:spPr>
            <a:xfrm>
              <a:off x="5225125" y="4005375"/>
              <a:ext cx="42375" cy="42325"/>
            </a:xfrm>
            <a:custGeom>
              <a:avLst/>
              <a:gdLst/>
              <a:ahLst/>
              <a:cxnLst/>
              <a:rect l="l" t="t" r="r" b="b"/>
              <a:pathLst>
                <a:path w="1695" h="1693" extrusionOk="0">
                  <a:moveTo>
                    <a:pt x="848" y="1"/>
                  </a:moveTo>
                  <a:cubicBezTo>
                    <a:pt x="380" y="1"/>
                    <a:pt x="1" y="379"/>
                    <a:pt x="1" y="847"/>
                  </a:cubicBezTo>
                  <a:cubicBezTo>
                    <a:pt x="1" y="1314"/>
                    <a:pt x="380" y="1693"/>
                    <a:pt x="848" y="1693"/>
                  </a:cubicBezTo>
                  <a:cubicBezTo>
                    <a:pt x="1315" y="1693"/>
                    <a:pt x="1694" y="1314"/>
                    <a:pt x="1694" y="847"/>
                  </a:cubicBezTo>
                  <a:cubicBezTo>
                    <a:pt x="1694" y="379"/>
                    <a:pt x="1315" y="1"/>
                    <a:pt x="8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4"/>
            <p:cNvSpPr/>
            <p:nvPr/>
          </p:nvSpPr>
          <p:spPr>
            <a:xfrm>
              <a:off x="5233550" y="4080125"/>
              <a:ext cx="42350" cy="42325"/>
            </a:xfrm>
            <a:custGeom>
              <a:avLst/>
              <a:gdLst/>
              <a:ahLst/>
              <a:cxnLst/>
              <a:rect l="l" t="t" r="r" b="b"/>
              <a:pathLst>
                <a:path w="1694" h="1693" extrusionOk="0">
                  <a:moveTo>
                    <a:pt x="847" y="0"/>
                  </a:moveTo>
                  <a:cubicBezTo>
                    <a:pt x="379" y="0"/>
                    <a:pt x="1" y="378"/>
                    <a:pt x="1" y="846"/>
                  </a:cubicBezTo>
                  <a:cubicBezTo>
                    <a:pt x="1" y="1313"/>
                    <a:pt x="379" y="1692"/>
                    <a:pt x="847" y="1692"/>
                  </a:cubicBezTo>
                  <a:cubicBezTo>
                    <a:pt x="1315" y="1692"/>
                    <a:pt x="1693" y="1313"/>
                    <a:pt x="1693" y="846"/>
                  </a:cubicBezTo>
                  <a:cubicBezTo>
                    <a:pt x="1693" y="378"/>
                    <a:pt x="1315" y="0"/>
                    <a:pt x="8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4"/>
            <p:cNvSpPr/>
            <p:nvPr/>
          </p:nvSpPr>
          <p:spPr>
            <a:xfrm>
              <a:off x="5229800" y="4160375"/>
              <a:ext cx="42325" cy="42325"/>
            </a:xfrm>
            <a:custGeom>
              <a:avLst/>
              <a:gdLst/>
              <a:ahLst/>
              <a:cxnLst/>
              <a:rect l="l" t="t" r="r" b="b"/>
              <a:pathLst>
                <a:path w="1693" h="1693" extrusionOk="0">
                  <a:moveTo>
                    <a:pt x="847" y="0"/>
                  </a:moveTo>
                  <a:cubicBezTo>
                    <a:pt x="380" y="0"/>
                    <a:pt x="1" y="379"/>
                    <a:pt x="1" y="847"/>
                  </a:cubicBezTo>
                  <a:cubicBezTo>
                    <a:pt x="1" y="1313"/>
                    <a:pt x="380" y="1693"/>
                    <a:pt x="847" y="1693"/>
                  </a:cubicBezTo>
                  <a:cubicBezTo>
                    <a:pt x="1314" y="1693"/>
                    <a:pt x="1693" y="1313"/>
                    <a:pt x="1693" y="847"/>
                  </a:cubicBezTo>
                  <a:cubicBezTo>
                    <a:pt x="1693" y="379"/>
                    <a:pt x="1314" y="0"/>
                    <a:pt x="8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4"/>
            <p:cNvSpPr/>
            <p:nvPr/>
          </p:nvSpPr>
          <p:spPr>
            <a:xfrm>
              <a:off x="5212400" y="4236900"/>
              <a:ext cx="42350" cy="42350"/>
            </a:xfrm>
            <a:custGeom>
              <a:avLst/>
              <a:gdLst/>
              <a:ahLst/>
              <a:cxnLst/>
              <a:rect l="l" t="t" r="r" b="b"/>
              <a:pathLst>
                <a:path w="1694" h="1694" extrusionOk="0">
                  <a:moveTo>
                    <a:pt x="847" y="0"/>
                  </a:moveTo>
                  <a:cubicBezTo>
                    <a:pt x="379" y="0"/>
                    <a:pt x="1" y="379"/>
                    <a:pt x="1" y="847"/>
                  </a:cubicBezTo>
                  <a:cubicBezTo>
                    <a:pt x="1" y="1314"/>
                    <a:pt x="379" y="1693"/>
                    <a:pt x="847" y="1693"/>
                  </a:cubicBezTo>
                  <a:cubicBezTo>
                    <a:pt x="1314" y="1693"/>
                    <a:pt x="1693" y="1314"/>
                    <a:pt x="1693" y="847"/>
                  </a:cubicBezTo>
                  <a:cubicBezTo>
                    <a:pt x="1693" y="379"/>
                    <a:pt x="1314" y="0"/>
                    <a:pt x="8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4"/>
            <p:cNvSpPr/>
            <p:nvPr/>
          </p:nvSpPr>
          <p:spPr>
            <a:xfrm>
              <a:off x="4992175" y="3329725"/>
              <a:ext cx="59250" cy="59250"/>
            </a:xfrm>
            <a:custGeom>
              <a:avLst/>
              <a:gdLst/>
              <a:ahLst/>
              <a:cxnLst/>
              <a:rect l="l" t="t" r="r" b="b"/>
              <a:pathLst>
                <a:path w="2370" h="2370" extrusionOk="0">
                  <a:moveTo>
                    <a:pt x="1185" y="0"/>
                  </a:moveTo>
                  <a:cubicBezTo>
                    <a:pt x="530" y="0"/>
                    <a:pt x="1" y="531"/>
                    <a:pt x="1" y="1185"/>
                  </a:cubicBezTo>
                  <a:cubicBezTo>
                    <a:pt x="1" y="1840"/>
                    <a:pt x="530" y="2369"/>
                    <a:pt x="1185" y="2369"/>
                  </a:cubicBezTo>
                  <a:cubicBezTo>
                    <a:pt x="1839" y="2369"/>
                    <a:pt x="2370" y="1840"/>
                    <a:pt x="2370" y="1185"/>
                  </a:cubicBezTo>
                  <a:cubicBezTo>
                    <a:pt x="2370" y="531"/>
                    <a:pt x="1839" y="0"/>
                    <a:pt x="11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1" name="Google Shape;671;p44"/>
          <p:cNvSpPr/>
          <p:nvPr/>
        </p:nvSpPr>
        <p:spPr>
          <a:xfrm rot="-8100000">
            <a:off x="7967523" y="3468193"/>
            <a:ext cx="112302" cy="105794"/>
          </a:xfrm>
          <a:custGeom>
            <a:avLst/>
            <a:gdLst/>
            <a:ahLst/>
            <a:cxnLst/>
            <a:rect l="l" t="t" r="r" b="b"/>
            <a:pathLst>
              <a:path w="11665" h="10989" extrusionOk="0">
                <a:moveTo>
                  <a:pt x="7985" y="1"/>
                </a:moveTo>
                <a:cubicBezTo>
                  <a:pt x="5453" y="1"/>
                  <a:pt x="2307" y="1815"/>
                  <a:pt x="1177" y="3510"/>
                </a:cubicBezTo>
                <a:cubicBezTo>
                  <a:pt x="1" y="5273"/>
                  <a:pt x="369" y="7831"/>
                  <a:pt x="1846" y="9350"/>
                </a:cubicBezTo>
                <a:cubicBezTo>
                  <a:pt x="2902" y="10437"/>
                  <a:pt x="4421" y="10989"/>
                  <a:pt x="5942" y="10989"/>
                </a:cubicBezTo>
                <a:cubicBezTo>
                  <a:pt x="6548" y="10989"/>
                  <a:pt x="7154" y="10902"/>
                  <a:pt x="7731" y="10726"/>
                </a:cubicBezTo>
                <a:cubicBezTo>
                  <a:pt x="8592" y="10463"/>
                  <a:pt x="9413" y="10010"/>
                  <a:pt x="9996" y="9324"/>
                </a:cubicBezTo>
                <a:cubicBezTo>
                  <a:pt x="10748" y="8439"/>
                  <a:pt x="11040" y="7261"/>
                  <a:pt x="11258" y="6121"/>
                </a:cubicBezTo>
                <a:cubicBezTo>
                  <a:pt x="11491" y="4902"/>
                  <a:pt x="11665" y="3628"/>
                  <a:pt x="11328" y="2434"/>
                </a:cubicBezTo>
                <a:cubicBezTo>
                  <a:pt x="10830" y="668"/>
                  <a:pt x="9520" y="1"/>
                  <a:pt x="798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 &amp; Team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C3A6B-CFC6-2B2C-D0B8-94018D21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sz="2000" b="1" dirty="0"/>
              <a:t>Ball Balancing Using a Robotic Arm (Simulation)</a:t>
            </a:r>
          </a:p>
          <a:p>
            <a:pPr marL="139700" indent="0" algn="ctr">
              <a:buNone/>
            </a:pPr>
            <a:br>
              <a:rPr lang="en-US" sz="2000" dirty="0"/>
            </a:br>
            <a:r>
              <a:rPr lang="en-US" sz="2000" b="1" dirty="0"/>
              <a:t>Simulator:</a:t>
            </a:r>
            <a:r>
              <a:rPr lang="en-US" sz="2000" dirty="0"/>
              <a:t> </a:t>
            </a:r>
            <a:r>
              <a:rPr lang="en-US" sz="2000" dirty="0" err="1"/>
              <a:t>MuJoCo</a:t>
            </a:r>
            <a:endParaRPr lang="ar-SY" sz="2000" dirty="0"/>
          </a:p>
          <a:p>
            <a:pPr marL="139700" indent="0" algn="ctr">
              <a:buNone/>
            </a:pPr>
            <a:endParaRPr lang="ar-SY" sz="2000" dirty="0"/>
          </a:p>
          <a:p>
            <a:pPr marL="139700" indent="0" algn="ctr">
              <a:buNone/>
            </a:pPr>
            <a:endParaRPr lang="ar-SY" sz="2000" dirty="0"/>
          </a:p>
          <a:p>
            <a:pPr marL="139700" indent="0" algn="ctr">
              <a:buNone/>
            </a:pPr>
            <a:endParaRPr lang="en-US" sz="2000" dirty="0"/>
          </a:p>
          <a:p>
            <a:pPr marL="139700" indent="0" algn="ctr">
              <a:buNone/>
            </a:pPr>
            <a:r>
              <a:rPr lang="en-US" sz="2000" b="1" dirty="0"/>
              <a:t>Team Members:</a:t>
            </a:r>
            <a:endParaRPr lang="en-US" sz="2000" dirty="0"/>
          </a:p>
          <a:p>
            <a:pPr marL="139700" indent="0" algn="ctr">
              <a:buNone/>
            </a:pPr>
            <a:r>
              <a:rPr lang="ar-SY" sz="2000" b="1" dirty="0"/>
              <a:t>    </a:t>
            </a:r>
            <a:r>
              <a:rPr lang="en-US" sz="2000" b="1" dirty="0"/>
              <a:t>Nagham Sleman</a:t>
            </a:r>
            <a:r>
              <a:rPr lang="en-US" sz="2000" dirty="0"/>
              <a:t> – Simulation &amp; Modeling</a:t>
            </a:r>
          </a:p>
          <a:p>
            <a:pPr marL="139700" indent="0" algn="ctr">
              <a:buNone/>
            </a:pPr>
            <a:r>
              <a:rPr lang="ar-SY" sz="2000" b="1" dirty="0"/>
              <a:t>    </a:t>
            </a:r>
            <a:r>
              <a:rPr lang="en-US" sz="2000" b="1" dirty="0"/>
              <a:t>Hazem Afif</a:t>
            </a:r>
            <a:r>
              <a:rPr lang="en-US" sz="2000" dirty="0"/>
              <a:t> – Control &amp; Evaluation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Statement &amp; Goal</a:t>
            </a:r>
            <a:endParaRPr dirty="0"/>
          </a:p>
        </p:txBody>
      </p:sp>
      <p:sp>
        <p:nvSpPr>
          <p:cNvPr id="706" name="Google Shape;706;p46"/>
          <p:cNvSpPr/>
          <p:nvPr/>
        </p:nvSpPr>
        <p:spPr>
          <a:xfrm>
            <a:off x="719950" y="2128600"/>
            <a:ext cx="23364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6"/>
          <p:cNvSpPr/>
          <p:nvPr/>
        </p:nvSpPr>
        <p:spPr>
          <a:xfrm>
            <a:off x="719950" y="232661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A76F3CA-3EDB-4267-AA82-209B77BE3DA1}"/>
              </a:ext>
            </a:extLst>
          </p:cNvPr>
          <p:cNvSpPr txBox="1">
            <a:spLocks/>
          </p:cNvSpPr>
          <p:nvPr/>
        </p:nvSpPr>
        <p:spPr>
          <a:xfrm>
            <a:off x="720000" y="1233500"/>
            <a:ext cx="770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algn="l"/>
            <a:r>
              <a:rPr lang="en-US" sz="2000" b="1" dirty="0"/>
              <a:t>Problem Statement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Ball-on-plate systems are unstable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Small disturbances cause the ball to roll away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Continuous feedback control is required</a:t>
            </a:r>
            <a:endParaRPr lang="ar-SY" sz="2000" dirty="0"/>
          </a:p>
          <a:p>
            <a:pPr marL="139700" indent="0" algn="l"/>
            <a:endParaRPr lang="en-US" sz="2000" dirty="0"/>
          </a:p>
          <a:p>
            <a:pPr algn="l"/>
            <a:r>
              <a:rPr lang="en-US" sz="2000" b="1" dirty="0"/>
              <a:t>Project Goal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Model a robotic arm that balances a ball on a plate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Implement the system in </a:t>
            </a:r>
            <a:r>
              <a:rPr lang="en-US" sz="2000" dirty="0" err="1"/>
              <a:t>MuJoCo</a:t>
            </a:r>
            <a:endParaRPr lang="en-US" sz="20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Analyze system behavior and control performance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>
          <a:extLst>
            <a:ext uri="{FF2B5EF4-FFF2-40B4-BE49-F238E27FC236}">
              <a16:creationId xmlns:a16="http://schemas.microsoft.com/office/drawing/2014/main" id="{90FCC2B6-C40D-623D-F65D-40996F7FF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6">
            <a:extLst>
              <a:ext uri="{FF2B5EF4-FFF2-40B4-BE49-F238E27FC236}">
                <a16:creationId xmlns:a16="http://schemas.microsoft.com/office/drawing/2014/main" id="{0A016CB7-8E15-E47C-CA51-C501885C4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System &amp; Solution Description</a:t>
            </a:r>
            <a:endParaRPr dirty="0"/>
          </a:p>
        </p:txBody>
      </p:sp>
      <p:sp>
        <p:nvSpPr>
          <p:cNvPr id="706" name="Google Shape;706;p46">
            <a:extLst>
              <a:ext uri="{FF2B5EF4-FFF2-40B4-BE49-F238E27FC236}">
                <a16:creationId xmlns:a16="http://schemas.microsoft.com/office/drawing/2014/main" id="{322B1E3A-08A2-2E25-F26D-8042ED7890FE}"/>
              </a:ext>
            </a:extLst>
          </p:cNvPr>
          <p:cNvSpPr/>
          <p:nvPr/>
        </p:nvSpPr>
        <p:spPr>
          <a:xfrm>
            <a:off x="719950" y="2128600"/>
            <a:ext cx="23364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6">
            <a:extLst>
              <a:ext uri="{FF2B5EF4-FFF2-40B4-BE49-F238E27FC236}">
                <a16:creationId xmlns:a16="http://schemas.microsoft.com/office/drawing/2014/main" id="{4807AA2C-32FF-0D8E-0051-975FDF70001D}"/>
              </a:ext>
            </a:extLst>
          </p:cNvPr>
          <p:cNvSpPr/>
          <p:nvPr/>
        </p:nvSpPr>
        <p:spPr>
          <a:xfrm>
            <a:off x="719950" y="232661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A6A3704-6119-3A6F-A6F4-7AB947FAA492}"/>
              </a:ext>
            </a:extLst>
          </p:cNvPr>
          <p:cNvSpPr txBox="1">
            <a:spLocks/>
          </p:cNvSpPr>
          <p:nvPr/>
        </p:nvSpPr>
        <p:spPr>
          <a:xfrm>
            <a:off x="720000" y="1233500"/>
            <a:ext cx="770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algn="l"/>
            <a:r>
              <a:rPr lang="en-US" sz="2000" b="1" dirty="0"/>
              <a:t>System Description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Two-link robotic arm with hinge joints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Plate rigidly attached to the end-effector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Ball modeled as a free rigid body</a:t>
            </a:r>
            <a:endParaRPr lang="ar-SY" sz="2000" dirty="0"/>
          </a:p>
          <a:p>
            <a:pPr marL="139700" indent="0" algn="l"/>
            <a:endParaRPr lang="en-US" sz="2000" dirty="0"/>
          </a:p>
          <a:p>
            <a:pPr algn="l"/>
            <a:r>
              <a:rPr lang="en-US" sz="2000" b="1" dirty="0"/>
              <a:t>Tools &amp; Methods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MuJoCo</a:t>
            </a:r>
            <a:r>
              <a:rPr lang="en-US" sz="2000" dirty="0"/>
              <a:t> physics engine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XML for system modeling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Python for simulation and control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PID controller for stabilization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3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Experiments &amp; Results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7B8D9-8221-343E-F341-9CF9883B4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85" y="1594734"/>
            <a:ext cx="1686759" cy="269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0704EB-8F51-A234-9E8C-409EF5106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56" y="1209277"/>
            <a:ext cx="2316711" cy="2001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38CB68-50D4-4601-D0F8-07253F17E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861" y="1209277"/>
            <a:ext cx="2320908" cy="2001783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8C2B67C-5A12-2307-C1DA-4A7C58446B18}"/>
              </a:ext>
            </a:extLst>
          </p:cNvPr>
          <p:cNvSpPr txBox="1">
            <a:spLocks/>
          </p:cNvSpPr>
          <p:nvPr/>
        </p:nvSpPr>
        <p:spPr>
          <a:xfrm>
            <a:off x="866756" y="3211060"/>
            <a:ext cx="770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algn="l"/>
            <a:r>
              <a:rPr lang="en-US" b="1" dirty="0"/>
              <a:t>Experiments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Open-loop plate tilting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Ball motion observation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Closed-loop PID control</a:t>
            </a:r>
          </a:p>
          <a:p>
            <a:pPr algn="l"/>
            <a:r>
              <a:rPr lang="en-US" b="1" dirty="0"/>
              <a:t>Results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Ball responds correctly to plate tilting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PID control stabilizes ball position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System behaves realistically and stably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Personal Contribution &amp; Conclusion</a:t>
            </a:r>
            <a:endParaRPr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4BD8AC-7C76-CAB7-15DF-27190520D6DF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70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algn="l"/>
            <a:r>
              <a:rPr lang="en-US" sz="1800" b="1" dirty="0"/>
              <a:t>Personal Contribution</a:t>
            </a:r>
            <a:endParaRPr lang="ar-SY" sz="1800" b="1" dirty="0"/>
          </a:p>
          <a:p>
            <a:pPr algn="l"/>
            <a:endParaRPr lang="en-US" sz="1800" b="1" dirty="0"/>
          </a:p>
          <a:p>
            <a:pPr algn="l"/>
            <a:r>
              <a:rPr lang="en-US" sz="1600" b="1" dirty="0"/>
              <a:t>Nagham Sleman</a:t>
            </a:r>
            <a:endParaRPr lang="en-US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Designed </a:t>
            </a:r>
            <a:r>
              <a:rPr lang="en-US" dirty="0" err="1"/>
              <a:t>MuJoCo</a:t>
            </a:r>
            <a:r>
              <a:rPr lang="en-US" dirty="0"/>
              <a:t> XML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Configured joints, actuators, and physical parameters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Implemented Python simulation and visualization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Performed open-loop experiments</a:t>
            </a:r>
            <a:endParaRPr lang="ar-SY" dirty="0"/>
          </a:p>
          <a:p>
            <a:pPr marL="139700" indent="0" algn="l"/>
            <a:endParaRPr lang="en-US" dirty="0"/>
          </a:p>
          <a:p>
            <a:pPr algn="l"/>
            <a:r>
              <a:rPr lang="en-US" sz="1600" b="1" dirty="0"/>
              <a:t>Hazem Afif</a:t>
            </a:r>
            <a:endParaRPr lang="en-US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Designed PID controller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Tuned control parameters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Evaluated system performance</a:t>
            </a:r>
            <a:endParaRPr lang="ar-SY" dirty="0"/>
          </a:p>
          <a:p>
            <a:pPr marL="139700" indent="0" algn="l"/>
            <a:endParaRPr lang="en-US" dirty="0"/>
          </a:p>
          <a:p>
            <a:pPr algn="l"/>
            <a:r>
              <a:rPr lang="en-US" sz="1800" b="1" dirty="0"/>
              <a:t>Conclusion</a:t>
            </a:r>
          </a:p>
          <a:p>
            <a:pPr algn="l"/>
            <a:r>
              <a:rPr lang="en-US" dirty="0"/>
              <a:t>Successful simulation and control implementation</a:t>
            </a:r>
          </a:p>
          <a:p>
            <a:pPr algn="l"/>
            <a:r>
              <a:rPr lang="en-US" dirty="0"/>
              <a:t>Clear demonstration of ball balancing dynamics</a:t>
            </a:r>
          </a:p>
          <a:p>
            <a:pPr algn="l"/>
            <a:r>
              <a:rPr lang="en-US" dirty="0"/>
              <a:t>Future work: advanced controllers and vision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61"/>
          <p:cNvSpPr/>
          <p:nvPr/>
        </p:nvSpPr>
        <p:spPr>
          <a:xfrm>
            <a:off x="1439875" y="1106225"/>
            <a:ext cx="6264300" cy="2931000"/>
          </a:xfrm>
          <a:prstGeom prst="roundRect">
            <a:avLst>
              <a:gd name="adj" fmla="val 567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6" name="Google Shape;1466;p61"/>
          <p:cNvGrpSpPr/>
          <p:nvPr/>
        </p:nvGrpSpPr>
        <p:grpSpPr>
          <a:xfrm>
            <a:off x="363522" y="2738419"/>
            <a:ext cx="2243633" cy="2233355"/>
            <a:chOff x="363522" y="2738419"/>
            <a:chExt cx="2243633" cy="2233355"/>
          </a:xfrm>
        </p:grpSpPr>
        <p:sp>
          <p:nvSpPr>
            <p:cNvPr id="1467" name="Google Shape;1467;p61"/>
            <p:cNvSpPr/>
            <p:nvPr/>
          </p:nvSpPr>
          <p:spPr>
            <a:xfrm>
              <a:off x="1568285" y="3523570"/>
              <a:ext cx="122953" cy="239180"/>
            </a:xfrm>
            <a:custGeom>
              <a:avLst/>
              <a:gdLst/>
              <a:ahLst/>
              <a:cxnLst/>
              <a:rect l="l" t="t" r="r" b="b"/>
              <a:pathLst>
                <a:path w="3433" h="6991" extrusionOk="0">
                  <a:moveTo>
                    <a:pt x="608" y="0"/>
                  </a:moveTo>
                  <a:cubicBezTo>
                    <a:pt x="189" y="0"/>
                    <a:pt x="1" y="480"/>
                    <a:pt x="198" y="1096"/>
                  </a:cubicBezTo>
                  <a:lnTo>
                    <a:pt x="1925" y="6014"/>
                  </a:lnTo>
                  <a:cubicBezTo>
                    <a:pt x="2056" y="6395"/>
                    <a:pt x="2318" y="6728"/>
                    <a:pt x="2592" y="6895"/>
                  </a:cubicBezTo>
                  <a:cubicBezTo>
                    <a:pt x="2699" y="6954"/>
                    <a:pt x="2806" y="6990"/>
                    <a:pt x="2901" y="6990"/>
                  </a:cubicBezTo>
                  <a:cubicBezTo>
                    <a:pt x="2911" y="6991"/>
                    <a:pt x="2921" y="6991"/>
                    <a:pt x="2931" y="6991"/>
                  </a:cubicBezTo>
                  <a:cubicBezTo>
                    <a:pt x="3279" y="6991"/>
                    <a:pt x="3432" y="6583"/>
                    <a:pt x="3270" y="6073"/>
                  </a:cubicBezTo>
                  <a:lnTo>
                    <a:pt x="1806" y="1168"/>
                  </a:lnTo>
                  <a:cubicBezTo>
                    <a:pt x="1663" y="715"/>
                    <a:pt x="1341" y="310"/>
                    <a:pt x="1008" y="120"/>
                  </a:cubicBezTo>
                  <a:cubicBezTo>
                    <a:pt x="889" y="49"/>
                    <a:pt x="758" y="1"/>
                    <a:pt x="639" y="1"/>
                  </a:cubicBezTo>
                  <a:cubicBezTo>
                    <a:pt x="629" y="0"/>
                    <a:pt x="618" y="0"/>
                    <a:pt x="608" y="0"/>
                  </a:cubicBezTo>
                  <a:close/>
                </a:path>
              </a:pathLst>
            </a:custGeom>
            <a:solidFill>
              <a:srgbClr val="002F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61"/>
            <p:cNvSpPr/>
            <p:nvPr/>
          </p:nvSpPr>
          <p:spPr>
            <a:xfrm>
              <a:off x="1480166" y="3286205"/>
              <a:ext cx="251359" cy="276095"/>
            </a:xfrm>
            <a:custGeom>
              <a:avLst/>
              <a:gdLst/>
              <a:ahLst/>
              <a:cxnLst/>
              <a:rect l="l" t="t" r="r" b="b"/>
              <a:pathLst>
                <a:path w="7347" h="8070" extrusionOk="0">
                  <a:moveTo>
                    <a:pt x="807" y="0"/>
                  </a:moveTo>
                  <a:cubicBezTo>
                    <a:pt x="572" y="0"/>
                    <a:pt x="375" y="113"/>
                    <a:pt x="262" y="339"/>
                  </a:cubicBezTo>
                  <a:cubicBezTo>
                    <a:pt x="0" y="875"/>
                    <a:pt x="262" y="1815"/>
                    <a:pt x="857" y="2458"/>
                  </a:cubicBezTo>
                  <a:cubicBezTo>
                    <a:pt x="1072" y="2685"/>
                    <a:pt x="5251" y="6887"/>
                    <a:pt x="5989" y="7661"/>
                  </a:cubicBezTo>
                  <a:cubicBezTo>
                    <a:pt x="6096" y="7780"/>
                    <a:pt x="6215" y="7876"/>
                    <a:pt x="6334" y="7947"/>
                  </a:cubicBezTo>
                  <a:cubicBezTo>
                    <a:pt x="6479" y="8027"/>
                    <a:pt x="6620" y="8069"/>
                    <a:pt x="6745" y="8069"/>
                  </a:cubicBezTo>
                  <a:cubicBezTo>
                    <a:pt x="6918" y="8069"/>
                    <a:pt x="7061" y="7989"/>
                    <a:pt x="7144" y="7816"/>
                  </a:cubicBezTo>
                  <a:cubicBezTo>
                    <a:pt x="7346" y="7423"/>
                    <a:pt x="7132" y="6721"/>
                    <a:pt x="6703" y="6233"/>
                  </a:cubicBezTo>
                  <a:cubicBezTo>
                    <a:pt x="5977" y="5423"/>
                    <a:pt x="2012" y="791"/>
                    <a:pt x="1810" y="541"/>
                  </a:cubicBezTo>
                  <a:cubicBezTo>
                    <a:pt x="1655" y="387"/>
                    <a:pt x="1489" y="256"/>
                    <a:pt x="1334" y="160"/>
                  </a:cubicBezTo>
                  <a:cubicBezTo>
                    <a:pt x="1149" y="54"/>
                    <a:pt x="969" y="0"/>
                    <a:pt x="807" y="0"/>
                  </a:cubicBezTo>
                  <a:close/>
                </a:path>
              </a:pathLst>
            </a:custGeom>
            <a:solidFill>
              <a:srgbClr val="00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61"/>
            <p:cNvSpPr/>
            <p:nvPr/>
          </p:nvSpPr>
          <p:spPr>
            <a:xfrm>
              <a:off x="1350829" y="3340998"/>
              <a:ext cx="250949" cy="276061"/>
            </a:xfrm>
            <a:custGeom>
              <a:avLst/>
              <a:gdLst/>
              <a:ahLst/>
              <a:cxnLst/>
              <a:rect l="l" t="t" r="r" b="b"/>
              <a:pathLst>
                <a:path w="7335" h="8069" extrusionOk="0">
                  <a:moveTo>
                    <a:pt x="808" y="0"/>
                  </a:moveTo>
                  <a:cubicBezTo>
                    <a:pt x="572" y="0"/>
                    <a:pt x="375" y="112"/>
                    <a:pt x="262" y="345"/>
                  </a:cubicBezTo>
                  <a:cubicBezTo>
                    <a:pt x="0" y="869"/>
                    <a:pt x="262" y="1821"/>
                    <a:pt x="857" y="2452"/>
                  </a:cubicBezTo>
                  <a:cubicBezTo>
                    <a:pt x="1072" y="2678"/>
                    <a:pt x="5251" y="6893"/>
                    <a:pt x="5989" y="7667"/>
                  </a:cubicBezTo>
                  <a:cubicBezTo>
                    <a:pt x="6096" y="7786"/>
                    <a:pt x="6215" y="7881"/>
                    <a:pt x="6334" y="7941"/>
                  </a:cubicBezTo>
                  <a:cubicBezTo>
                    <a:pt x="6478" y="8025"/>
                    <a:pt x="6618" y="8068"/>
                    <a:pt x="6742" y="8068"/>
                  </a:cubicBezTo>
                  <a:cubicBezTo>
                    <a:pt x="6916" y="8068"/>
                    <a:pt x="7060" y="7984"/>
                    <a:pt x="7144" y="7810"/>
                  </a:cubicBezTo>
                  <a:cubicBezTo>
                    <a:pt x="7334" y="7417"/>
                    <a:pt x="7132" y="6715"/>
                    <a:pt x="6703" y="6226"/>
                  </a:cubicBezTo>
                  <a:cubicBezTo>
                    <a:pt x="5977" y="5417"/>
                    <a:pt x="2012" y="785"/>
                    <a:pt x="1798" y="547"/>
                  </a:cubicBezTo>
                  <a:cubicBezTo>
                    <a:pt x="1655" y="381"/>
                    <a:pt x="1488" y="250"/>
                    <a:pt x="1334" y="154"/>
                  </a:cubicBezTo>
                  <a:cubicBezTo>
                    <a:pt x="1150" y="53"/>
                    <a:pt x="969" y="0"/>
                    <a:pt x="808" y="0"/>
                  </a:cubicBezTo>
                  <a:close/>
                </a:path>
              </a:pathLst>
            </a:custGeom>
            <a:solidFill>
              <a:srgbClr val="00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0" name="Google Shape;1470;p61"/>
            <p:cNvGrpSpPr/>
            <p:nvPr/>
          </p:nvGrpSpPr>
          <p:grpSpPr>
            <a:xfrm>
              <a:off x="363522" y="2738419"/>
              <a:ext cx="2243633" cy="2233355"/>
              <a:chOff x="893675" y="2253309"/>
              <a:chExt cx="926498" cy="922254"/>
            </a:xfrm>
          </p:grpSpPr>
          <p:sp>
            <p:nvSpPr>
              <p:cNvPr id="1471" name="Google Shape;1471;p61"/>
              <p:cNvSpPr/>
              <p:nvPr/>
            </p:nvSpPr>
            <p:spPr>
              <a:xfrm>
                <a:off x="1297543" y="2835101"/>
                <a:ext cx="60226" cy="84454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5978" extrusionOk="0">
                    <a:moveTo>
                      <a:pt x="0" y="0"/>
                    </a:moveTo>
                    <a:lnTo>
                      <a:pt x="12" y="3513"/>
                    </a:lnTo>
                    <a:lnTo>
                      <a:pt x="4263" y="5977"/>
                    </a:lnTo>
                    <a:lnTo>
                      <a:pt x="4251" y="2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24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61"/>
              <p:cNvSpPr/>
              <p:nvPr/>
            </p:nvSpPr>
            <p:spPr>
              <a:xfrm>
                <a:off x="1357586" y="2806168"/>
                <a:ext cx="110703" cy="113387"/>
              </a:xfrm>
              <a:custGeom>
                <a:avLst/>
                <a:gdLst/>
                <a:ahLst/>
                <a:cxnLst/>
                <a:rect l="l" t="t" r="r" b="b"/>
                <a:pathLst>
                  <a:path w="7836" h="8026" extrusionOk="0">
                    <a:moveTo>
                      <a:pt x="7835" y="0"/>
                    </a:moveTo>
                    <a:lnTo>
                      <a:pt x="1" y="4513"/>
                    </a:lnTo>
                    <a:lnTo>
                      <a:pt x="13" y="8025"/>
                    </a:lnTo>
                    <a:lnTo>
                      <a:pt x="7835" y="3513"/>
                    </a:lnTo>
                    <a:lnTo>
                      <a:pt x="7835" y="0"/>
                    </a:lnTo>
                    <a:close/>
                  </a:path>
                </a:pathLst>
              </a:custGeom>
              <a:solidFill>
                <a:srgbClr val="4647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61"/>
              <p:cNvSpPr/>
              <p:nvPr/>
            </p:nvSpPr>
            <p:spPr>
              <a:xfrm>
                <a:off x="1192080" y="2835101"/>
                <a:ext cx="105645" cy="110519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7823" extrusionOk="0">
                    <a:moveTo>
                      <a:pt x="7465" y="0"/>
                    </a:moveTo>
                    <a:lnTo>
                      <a:pt x="0" y="4310"/>
                    </a:lnTo>
                    <a:lnTo>
                      <a:pt x="12" y="7823"/>
                    </a:lnTo>
                    <a:lnTo>
                      <a:pt x="7477" y="3513"/>
                    </a:lnTo>
                    <a:lnTo>
                      <a:pt x="7465" y="0"/>
                    </a:lnTo>
                    <a:close/>
                  </a:path>
                </a:pathLst>
              </a:custGeom>
              <a:solidFill>
                <a:srgbClr val="2324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61"/>
              <p:cNvSpPr/>
              <p:nvPr/>
            </p:nvSpPr>
            <p:spPr>
              <a:xfrm>
                <a:off x="1141616" y="2930802"/>
                <a:ext cx="110689" cy="113557"/>
              </a:xfrm>
              <a:custGeom>
                <a:avLst/>
                <a:gdLst/>
                <a:ahLst/>
                <a:cxnLst/>
                <a:rect l="l" t="t" r="r" b="b"/>
                <a:pathLst>
                  <a:path w="7835" h="8038" extrusionOk="0">
                    <a:moveTo>
                      <a:pt x="7823" y="1"/>
                    </a:moveTo>
                    <a:lnTo>
                      <a:pt x="0" y="4525"/>
                    </a:lnTo>
                    <a:lnTo>
                      <a:pt x="12" y="8038"/>
                    </a:lnTo>
                    <a:lnTo>
                      <a:pt x="7835" y="3513"/>
                    </a:lnTo>
                    <a:lnTo>
                      <a:pt x="7823" y="1"/>
                    </a:lnTo>
                    <a:close/>
                  </a:path>
                </a:pathLst>
              </a:custGeom>
              <a:solidFill>
                <a:srgbClr val="4647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61"/>
              <p:cNvSpPr/>
              <p:nvPr/>
            </p:nvSpPr>
            <p:spPr>
              <a:xfrm>
                <a:off x="893675" y="2850571"/>
                <a:ext cx="248121" cy="193787"/>
              </a:xfrm>
              <a:custGeom>
                <a:avLst/>
                <a:gdLst/>
                <a:ahLst/>
                <a:cxnLst/>
                <a:rect l="l" t="t" r="r" b="b"/>
                <a:pathLst>
                  <a:path w="17563" h="13717" extrusionOk="0">
                    <a:moveTo>
                      <a:pt x="1" y="1"/>
                    </a:moveTo>
                    <a:lnTo>
                      <a:pt x="12" y="3513"/>
                    </a:lnTo>
                    <a:lnTo>
                      <a:pt x="4263" y="5989"/>
                    </a:lnTo>
                    <a:lnTo>
                      <a:pt x="13312" y="11240"/>
                    </a:lnTo>
                    <a:lnTo>
                      <a:pt x="17562" y="13717"/>
                    </a:lnTo>
                    <a:lnTo>
                      <a:pt x="17562" y="13717"/>
                    </a:lnTo>
                    <a:lnTo>
                      <a:pt x="17550" y="10204"/>
                    </a:lnTo>
                    <a:lnTo>
                      <a:pt x="13300" y="7728"/>
                    </a:lnTo>
                    <a:lnTo>
                      <a:pt x="4251" y="24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324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61"/>
              <p:cNvSpPr/>
              <p:nvPr/>
            </p:nvSpPr>
            <p:spPr>
              <a:xfrm>
                <a:off x="893675" y="2662009"/>
                <a:ext cx="574608" cy="332731"/>
              </a:xfrm>
              <a:custGeom>
                <a:avLst/>
                <a:gdLst/>
                <a:ahLst/>
                <a:cxnLst/>
                <a:rect l="l" t="t" r="r" b="b"/>
                <a:pathLst>
                  <a:path w="40673" h="23552" extrusionOk="0">
                    <a:moveTo>
                      <a:pt x="23111" y="1"/>
                    </a:moveTo>
                    <a:lnTo>
                      <a:pt x="1" y="13348"/>
                    </a:lnTo>
                    <a:lnTo>
                      <a:pt x="4251" y="15824"/>
                    </a:lnTo>
                    <a:lnTo>
                      <a:pt x="13300" y="21075"/>
                    </a:lnTo>
                    <a:lnTo>
                      <a:pt x="17550" y="23551"/>
                    </a:lnTo>
                    <a:lnTo>
                      <a:pt x="25373" y="19027"/>
                    </a:lnTo>
                    <a:lnTo>
                      <a:pt x="21122" y="16562"/>
                    </a:lnTo>
                    <a:lnTo>
                      <a:pt x="28587" y="12252"/>
                    </a:lnTo>
                    <a:lnTo>
                      <a:pt x="32838" y="14717"/>
                    </a:lnTo>
                    <a:lnTo>
                      <a:pt x="40672" y="10204"/>
                    </a:lnTo>
                    <a:lnTo>
                      <a:pt x="36410" y="7728"/>
                    </a:lnTo>
                    <a:lnTo>
                      <a:pt x="27373" y="2477"/>
                    </a:lnTo>
                    <a:lnTo>
                      <a:pt x="23111" y="1"/>
                    </a:lnTo>
                    <a:close/>
                  </a:path>
                </a:pathLst>
              </a:custGeom>
              <a:solidFill>
                <a:srgbClr val="5B5C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61"/>
              <p:cNvSpPr/>
              <p:nvPr/>
            </p:nvSpPr>
            <p:spPr>
              <a:xfrm>
                <a:off x="1157594" y="2562776"/>
                <a:ext cx="124986" cy="342140"/>
              </a:xfrm>
              <a:custGeom>
                <a:avLst/>
                <a:gdLst/>
                <a:ahLst/>
                <a:cxnLst/>
                <a:rect l="l" t="t" r="r" b="b"/>
                <a:pathLst>
                  <a:path w="8847" h="24218" extrusionOk="0">
                    <a:moveTo>
                      <a:pt x="8847" y="0"/>
                    </a:moveTo>
                    <a:lnTo>
                      <a:pt x="24" y="5132"/>
                    </a:lnTo>
                    <a:lnTo>
                      <a:pt x="0" y="24217"/>
                    </a:lnTo>
                    <a:lnTo>
                      <a:pt x="8811" y="19098"/>
                    </a:lnTo>
                    <a:lnTo>
                      <a:pt x="8847" y="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61"/>
              <p:cNvSpPr/>
              <p:nvPr/>
            </p:nvSpPr>
            <p:spPr>
              <a:xfrm>
                <a:off x="1032112" y="2562776"/>
                <a:ext cx="125834" cy="342140"/>
              </a:xfrm>
              <a:custGeom>
                <a:avLst/>
                <a:gdLst/>
                <a:ahLst/>
                <a:cxnLst/>
                <a:rect l="l" t="t" r="r" b="b"/>
                <a:pathLst>
                  <a:path w="8907" h="24218" extrusionOk="0">
                    <a:moveTo>
                      <a:pt x="36" y="0"/>
                    </a:moveTo>
                    <a:lnTo>
                      <a:pt x="0" y="19098"/>
                    </a:lnTo>
                    <a:lnTo>
                      <a:pt x="8882" y="24217"/>
                    </a:lnTo>
                    <a:lnTo>
                      <a:pt x="8906" y="5132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848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61"/>
              <p:cNvSpPr/>
              <p:nvPr/>
            </p:nvSpPr>
            <p:spPr>
              <a:xfrm>
                <a:off x="1032621" y="2490442"/>
                <a:ext cx="249958" cy="144835"/>
              </a:xfrm>
              <a:custGeom>
                <a:avLst/>
                <a:gdLst/>
                <a:ahLst/>
                <a:cxnLst/>
                <a:rect l="l" t="t" r="r" b="b"/>
                <a:pathLst>
                  <a:path w="17693" h="10252" extrusionOk="0">
                    <a:moveTo>
                      <a:pt x="8811" y="0"/>
                    </a:moveTo>
                    <a:lnTo>
                      <a:pt x="0" y="5120"/>
                    </a:lnTo>
                    <a:lnTo>
                      <a:pt x="8870" y="10252"/>
                    </a:lnTo>
                    <a:lnTo>
                      <a:pt x="17693" y="5120"/>
                    </a:lnTo>
                    <a:lnTo>
                      <a:pt x="8811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61"/>
              <p:cNvSpPr/>
              <p:nvPr/>
            </p:nvSpPr>
            <p:spPr>
              <a:xfrm>
                <a:off x="1474323" y="3037791"/>
                <a:ext cx="213142" cy="137771"/>
              </a:xfrm>
              <a:custGeom>
                <a:avLst/>
                <a:gdLst/>
                <a:ahLst/>
                <a:cxnLst/>
                <a:rect l="l" t="t" r="r" b="b"/>
                <a:pathLst>
                  <a:path w="15087" h="9752" extrusionOk="0">
                    <a:moveTo>
                      <a:pt x="15086" y="0"/>
                    </a:moveTo>
                    <a:lnTo>
                      <a:pt x="1" y="8704"/>
                    </a:lnTo>
                    <a:lnTo>
                      <a:pt x="1" y="9751"/>
                    </a:lnTo>
                    <a:lnTo>
                      <a:pt x="15086" y="1048"/>
                    </a:lnTo>
                    <a:lnTo>
                      <a:pt x="15086" y="0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61"/>
              <p:cNvSpPr/>
              <p:nvPr/>
            </p:nvSpPr>
            <p:spPr>
              <a:xfrm>
                <a:off x="1339601" y="2959397"/>
                <a:ext cx="347861" cy="201359"/>
              </a:xfrm>
              <a:custGeom>
                <a:avLst/>
                <a:gdLst/>
                <a:ahLst/>
                <a:cxnLst/>
                <a:rect l="l" t="t" r="r" b="b"/>
                <a:pathLst>
                  <a:path w="24623" h="14253" extrusionOk="0">
                    <a:moveTo>
                      <a:pt x="15085" y="1"/>
                    </a:moveTo>
                    <a:lnTo>
                      <a:pt x="0" y="8716"/>
                    </a:lnTo>
                    <a:lnTo>
                      <a:pt x="9537" y="14253"/>
                    </a:lnTo>
                    <a:lnTo>
                      <a:pt x="24622" y="5549"/>
                    </a:lnTo>
                    <a:lnTo>
                      <a:pt x="1508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61"/>
              <p:cNvSpPr/>
              <p:nvPr/>
            </p:nvSpPr>
            <p:spPr>
              <a:xfrm>
                <a:off x="1422178" y="2852761"/>
                <a:ext cx="97748" cy="269977"/>
              </a:xfrm>
              <a:custGeom>
                <a:avLst/>
                <a:gdLst/>
                <a:ahLst/>
                <a:cxnLst/>
                <a:rect l="l" t="t" r="r" b="b"/>
                <a:pathLst>
                  <a:path w="6919" h="19110" extrusionOk="0">
                    <a:moveTo>
                      <a:pt x="1" y="0"/>
                    </a:moveTo>
                    <a:lnTo>
                      <a:pt x="13" y="15098"/>
                    </a:lnTo>
                    <a:lnTo>
                      <a:pt x="6919" y="19110"/>
                    </a:lnTo>
                    <a:lnTo>
                      <a:pt x="6907" y="40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61"/>
              <p:cNvSpPr/>
              <p:nvPr/>
            </p:nvSpPr>
            <p:spPr>
              <a:xfrm>
                <a:off x="1519744" y="2852761"/>
                <a:ext cx="98412" cy="269977"/>
              </a:xfrm>
              <a:custGeom>
                <a:avLst/>
                <a:gdLst/>
                <a:ahLst/>
                <a:cxnLst/>
                <a:rect l="l" t="t" r="r" b="b"/>
                <a:pathLst>
                  <a:path w="6966" h="19110" extrusionOk="0">
                    <a:moveTo>
                      <a:pt x="6954" y="0"/>
                    </a:moveTo>
                    <a:lnTo>
                      <a:pt x="1" y="4013"/>
                    </a:lnTo>
                    <a:lnTo>
                      <a:pt x="13" y="19110"/>
                    </a:lnTo>
                    <a:lnTo>
                      <a:pt x="6966" y="15098"/>
                    </a:lnTo>
                    <a:lnTo>
                      <a:pt x="6954" y="0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61"/>
              <p:cNvSpPr/>
              <p:nvPr/>
            </p:nvSpPr>
            <p:spPr>
              <a:xfrm>
                <a:off x="1422178" y="2796081"/>
                <a:ext cx="195807" cy="113373"/>
              </a:xfrm>
              <a:custGeom>
                <a:avLst/>
                <a:gdLst/>
                <a:ahLst/>
                <a:cxnLst/>
                <a:rect l="l" t="t" r="r" b="b"/>
                <a:pathLst>
                  <a:path w="13860" h="8025" extrusionOk="0">
                    <a:moveTo>
                      <a:pt x="6954" y="0"/>
                    </a:moveTo>
                    <a:lnTo>
                      <a:pt x="1" y="4012"/>
                    </a:lnTo>
                    <a:lnTo>
                      <a:pt x="6907" y="8025"/>
                    </a:lnTo>
                    <a:lnTo>
                      <a:pt x="13860" y="4012"/>
                    </a:lnTo>
                    <a:lnTo>
                      <a:pt x="6954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61"/>
              <p:cNvSpPr/>
              <p:nvPr/>
            </p:nvSpPr>
            <p:spPr>
              <a:xfrm>
                <a:off x="1813430" y="2768828"/>
                <a:ext cx="5072" cy="27761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965" extrusionOk="0">
                    <a:moveTo>
                      <a:pt x="358" y="0"/>
                    </a:moveTo>
                    <a:cubicBezTo>
                      <a:pt x="358" y="179"/>
                      <a:pt x="239" y="357"/>
                      <a:pt x="1" y="500"/>
                    </a:cubicBezTo>
                    <a:lnTo>
                      <a:pt x="13" y="1965"/>
                    </a:lnTo>
                    <a:cubicBezTo>
                      <a:pt x="239" y="1822"/>
                      <a:pt x="358" y="1643"/>
                      <a:pt x="358" y="1465"/>
                    </a:cubicBezTo>
                    <a:lnTo>
                      <a:pt x="358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61"/>
              <p:cNvSpPr/>
              <p:nvPr/>
            </p:nvSpPr>
            <p:spPr>
              <a:xfrm>
                <a:off x="1813430" y="2768828"/>
                <a:ext cx="5072" cy="27761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965" extrusionOk="0">
                    <a:moveTo>
                      <a:pt x="358" y="0"/>
                    </a:moveTo>
                    <a:cubicBezTo>
                      <a:pt x="358" y="179"/>
                      <a:pt x="239" y="357"/>
                      <a:pt x="1" y="500"/>
                    </a:cubicBezTo>
                    <a:lnTo>
                      <a:pt x="13" y="1965"/>
                    </a:lnTo>
                    <a:cubicBezTo>
                      <a:pt x="239" y="1822"/>
                      <a:pt x="358" y="1643"/>
                      <a:pt x="358" y="1465"/>
                    </a:cubicBezTo>
                    <a:lnTo>
                      <a:pt x="358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61"/>
              <p:cNvSpPr/>
              <p:nvPr/>
            </p:nvSpPr>
            <p:spPr>
              <a:xfrm>
                <a:off x="1075852" y="2977240"/>
                <a:ext cx="5058" cy="2742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941" extrusionOk="0">
                    <a:moveTo>
                      <a:pt x="0" y="0"/>
                    </a:moveTo>
                    <a:cubicBezTo>
                      <a:pt x="0" y="2"/>
                      <a:pt x="0" y="4"/>
                      <a:pt x="0" y="6"/>
                    </a:cubicBezTo>
                    <a:lnTo>
                      <a:pt x="0" y="6"/>
                    </a:lnTo>
                    <a:lnTo>
                      <a:pt x="0" y="0"/>
                    </a:lnTo>
                    <a:close/>
                    <a:moveTo>
                      <a:pt x="0" y="6"/>
                    </a:moveTo>
                    <a:lnTo>
                      <a:pt x="12" y="1453"/>
                    </a:lnTo>
                    <a:cubicBezTo>
                      <a:pt x="12" y="1631"/>
                      <a:pt x="119" y="1810"/>
                      <a:pt x="357" y="1941"/>
                    </a:cubicBezTo>
                    <a:lnTo>
                      <a:pt x="345" y="476"/>
                    </a:lnTo>
                    <a:cubicBezTo>
                      <a:pt x="122" y="347"/>
                      <a:pt x="3" y="171"/>
                      <a:pt x="0" y="6"/>
                    </a:cubicBez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61"/>
              <p:cNvSpPr/>
              <p:nvPr/>
            </p:nvSpPr>
            <p:spPr>
              <a:xfrm>
                <a:off x="1080726" y="2983965"/>
                <a:ext cx="173599" cy="121624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8609" extrusionOk="0">
                    <a:moveTo>
                      <a:pt x="0" y="0"/>
                    </a:moveTo>
                    <a:lnTo>
                      <a:pt x="12" y="1465"/>
                    </a:lnTo>
                    <a:lnTo>
                      <a:pt x="12288" y="8609"/>
                    </a:lnTo>
                    <a:lnTo>
                      <a:pt x="12288" y="71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61"/>
              <p:cNvSpPr/>
              <p:nvPr/>
            </p:nvSpPr>
            <p:spPr>
              <a:xfrm>
                <a:off x="1278203" y="2775892"/>
                <a:ext cx="535404" cy="329693"/>
              </a:xfrm>
              <a:custGeom>
                <a:avLst/>
                <a:gdLst/>
                <a:ahLst/>
                <a:cxnLst/>
                <a:rect l="l" t="t" r="r" b="b"/>
                <a:pathLst>
                  <a:path w="37898" h="23337" extrusionOk="0">
                    <a:moveTo>
                      <a:pt x="37886" y="0"/>
                    </a:moveTo>
                    <a:lnTo>
                      <a:pt x="0" y="21872"/>
                    </a:lnTo>
                    <a:lnTo>
                      <a:pt x="0" y="23337"/>
                    </a:lnTo>
                    <a:lnTo>
                      <a:pt x="37898" y="1465"/>
                    </a:lnTo>
                    <a:lnTo>
                      <a:pt x="37886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61"/>
              <p:cNvSpPr/>
              <p:nvPr/>
            </p:nvSpPr>
            <p:spPr>
              <a:xfrm>
                <a:off x="1074156" y="2658265"/>
                <a:ext cx="746017" cy="429405"/>
              </a:xfrm>
              <a:custGeom>
                <a:avLst/>
                <a:gdLst/>
                <a:ahLst/>
                <a:cxnLst/>
                <a:rect l="l" t="t" r="r" b="b"/>
                <a:pathLst>
                  <a:path w="52806" h="30395" extrusionOk="0">
                    <a:moveTo>
                      <a:pt x="39208" y="1"/>
                    </a:moveTo>
                    <a:cubicBezTo>
                      <a:pt x="38902" y="1"/>
                      <a:pt x="38595" y="69"/>
                      <a:pt x="38363" y="206"/>
                    </a:cubicBezTo>
                    <a:lnTo>
                      <a:pt x="477" y="22078"/>
                    </a:lnTo>
                    <a:cubicBezTo>
                      <a:pt x="1" y="22352"/>
                      <a:pt x="1" y="22792"/>
                      <a:pt x="465" y="23054"/>
                    </a:cubicBezTo>
                    <a:lnTo>
                      <a:pt x="12753" y="30198"/>
                    </a:lnTo>
                    <a:cubicBezTo>
                      <a:pt x="12985" y="30329"/>
                      <a:pt x="13291" y="30394"/>
                      <a:pt x="13598" y="30394"/>
                    </a:cubicBezTo>
                    <a:cubicBezTo>
                      <a:pt x="13904" y="30394"/>
                      <a:pt x="14211" y="30329"/>
                      <a:pt x="14443" y="30198"/>
                    </a:cubicBezTo>
                    <a:lnTo>
                      <a:pt x="52329" y="8326"/>
                    </a:lnTo>
                    <a:cubicBezTo>
                      <a:pt x="52793" y="8052"/>
                      <a:pt x="52805" y="7612"/>
                      <a:pt x="52341" y="7338"/>
                    </a:cubicBezTo>
                    <a:lnTo>
                      <a:pt x="40054" y="206"/>
                    </a:lnTo>
                    <a:cubicBezTo>
                      <a:pt x="39821" y="69"/>
                      <a:pt x="39515" y="1"/>
                      <a:pt x="39208" y="1"/>
                    </a:cubicBez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61"/>
              <p:cNvSpPr/>
              <p:nvPr/>
            </p:nvSpPr>
            <p:spPr>
              <a:xfrm>
                <a:off x="1702415" y="2695492"/>
                <a:ext cx="4563" cy="26927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906" extrusionOk="0">
                    <a:moveTo>
                      <a:pt x="322" y="0"/>
                    </a:moveTo>
                    <a:cubicBezTo>
                      <a:pt x="322" y="167"/>
                      <a:pt x="215" y="334"/>
                      <a:pt x="1" y="453"/>
                    </a:cubicBezTo>
                    <a:lnTo>
                      <a:pt x="1" y="1905"/>
                    </a:lnTo>
                    <a:cubicBezTo>
                      <a:pt x="215" y="1774"/>
                      <a:pt x="322" y="1619"/>
                      <a:pt x="322" y="1453"/>
                    </a:cubicBezTo>
                    <a:lnTo>
                      <a:pt x="322" y="0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61"/>
              <p:cNvSpPr/>
              <p:nvPr/>
            </p:nvSpPr>
            <p:spPr>
              <a:xfrm>
                <a:off x="1496532" y="2723069"/>
                <a:ext cx="4549" cy="26757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894" extrusionOk="0">
                    <a:moveTo>
                      <a:pt x="1" y="1"/>
                    </a:moveTo>
                    <a:lnTo>
                      <a:pt x="1" y="1441"/>
                    </a:lnTo>
                    <a:cubicBezTo>
                      <a:pt x="1" y="1608"/>
                      <a:pt x="108" y="1775"/>
                      <a:pt x="322" y="1894"/>
                    </a:cubicBezTo>
                    <a:lnTo>
                      <a:pt x="310" y="441"/>
                    </a:lnTo>
                    <a:cubicBezTo>
                      <a:pt x="108" y="322"/>
                      <a:pt x="1" y="156"/>
                      <a:pt x="1" y="1"/>
                    </a:cubicBez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61"/>
              <p:cNvSpPr/>
              <p:nvPr/>
            </p:nvSpPr>
            <p:spPr>
              <a:xfrm>
                <a:off x="1500911" y="2729299"/>
                <a:ext cx="65778" cy="58714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156" extrusionOk="0">
                    <a:moveTo>
                      <a:pt x="0" y="0"/>
                    </a:moveTo>
                    <a:lnTo>
                      <a:pt x="12" y="1453"/>
                    </a:lnTo>
                    <a:lnTo>
                      <a:pt x="4655" y="4156"/>
                    </a:lnTo>
                    <a:lnTo>
                      <a:pt x="4655" y="2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86E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61"/>
              <p:cNvSpPr/>
              <p:nvPr/>
            </p:nvSpPr>
            <p:spPr>
              <a:xfrm>
                <a:off x="1796788" y="2750321"/>
                <a:ext cx="4719" cy="26927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906" extrusionOk="0">
                    <a:moveTo>
                      <a:pt x="334" y="1"/>
                    </a:moveTo>
                    <a:cubicBezTo>
                      <a:pt x="334" y="167"/>
                      <a:pt x="226" y="334"/>
                      <a:pt x="0" y="465"/>
                    </a:cubicBezTo>
                    <a:lnTo>
                      <a:pt x="12" y="1906"/>
                    </a:lnTo>
                    <a:cubicBezTo>
                      <a:pt x="226" y="1786"/>
                      <a:pt x="334" y="1620"/>
                      <a:pt x="334" y="1453"/>
                    </a:cubicBezTo>
                    <a:lnTo>
                      <a:pt x="334" y="1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61"/>
              <p:cNvSpPr/>
              <p:nvPr/>
            </p:nvSpPr>
            <p:spPr>
              <a:xfrm>
                <a:off x="1566676" y="2767472"/>
                <a:ext cx="94541" cy="75540"/>
              </a:xfrm>
              <a:custGeom>
                <a:avLst/>
                <a:gdLst/>
                <a:ahLst/>
                <a:cxnLst/>
                <a:rect l="l" t="t" r="r" b="b"/>
                <a:pathLst>
                  <a:path w="6692" h="5347" extrusionOk="0">
                    <a:moveTo>
                      <a:pt x="0" y="1"/>
                    </a:moveTo>
                    <a:lnTo>
                      <a:pt x="0" y="1454"/>
                    </a:lnTo>
                    <a:lnTo>
                      <a:pt x="6692" y="5347"/>
                    </a:lnTo>
                    <a:lnTo>
                      <a:pt x="6692" y="389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86E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61"/>
              <p:cNvSpPr/>
              <p:nvPr/>
            </p:nvSpPr>
            <p:spPr>
              <a:xfrm>
                <a:off x="1683243" y="2756876"/>
                <a:ext cx="113726" cy="8613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6097" extrusionOk="0">
                    <a:moveTo>
                      <a:pt x="8037" y="1"/>
                    </a:moveTo>
                    <a:lnTo>
                      <a:pt x="0" y="4644"/>
                    </a:lnTo>
                    <a:lnTo>
                      <a:pt x="0" y="6097"/>
                    </a:lnTo>
                    <a:lnTo>
                      <a:pt x="8049" y="1453"/>
                    </a:lnTo>
                    <a:lnTo>
                      <a:pt x="8037" y="1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61"/>
              <p:cNvSpPr/>
              <p:nvPr/>
            </p:nvSpPr>
            <p:spPr>
              <a:xfrm>
                <a:off x="1661204" y="2822485"/>
                <a:ext cx="22053" cy="23056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632" extrusionOk="0">
                    <a:moveTo>
                      <a:pt x="1" y="0"/>
                    </a:moveTo>
                    <a:lnTo>
                      <a:pt x="1" y="1453"/>
                    </a:lnTo>
                    <a:cubicBezTo>
                      <a:pt x="215" y="1572"/>
                      <a:pt x="498" y="1631"/>
                      <a:pt x="781" y="1631"/>
                    </a:cubicBezTo>
                    <a:cubicBezTo>
                      <a:pt x="1063" y="1631"/>
                      <a:pt x="1346" y="1572"/>
                      <a:pt x="1560" y="1453"/>
                    </a:cubicBezTo>
                    <a:lnTo>
                      <a:pt x="1560" y="0"/>
                    </a:lnTo>
                    <a:cubicBezTo>
                      <a:pt x="1346" y="125"/>
                      <a:pt x="1063" y="188"/>
                      <a:pt x="781" y="188"/>
                    </a:cubicBezTo>
                    <a:cubicBezTo>
                      <a:pt x="498" y="188"/>
                      <a:pt x="215" y="125"/>
                      <a:pt x="1" y="0"/>
                    </a:cubicBez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61"/>
              <p:cNvSpPr/>
              <p:nvPr/>
            </p:nvSpPr>
            <p:spPr>
              <a:xfrm>
                <a:off x="1494851" y="2648263"/>
                <a:ext cx="308163" cy="176749"/>
              </a:xfrm>
              <a:custGeom>
                <a:avLst/>
                <a:gdLst/>
                <a:ahLst/>
                <a:cxnLst/>
                <a:rect l="l" t="t" r="r" b="b"/>
                <a:pathLst>
                  <a:path w="21813" h="12511" extrusionOk="0">
                    <a:moveTo>
                      <a:pt x="9269" y="0"/>
                    </a:moveTo>
                    <a:cubicBezTo>
                      <a:pt x="8987" y="0"/>
                      <a:pt x="8704" y="63"/>
                      <a:pt x="8490" y="188"/>
                    </a:cubicBezTo>
                    <a:lnTo>
                      <a:pt x="441" y="4831"/>
                    </a:lnTo>
                    <a:cubicBezTo>
                      <a:pt x="12" y="5081"/>
                      <a:pt x="0" y="5486"/>
                      <a:pt x="429" y="5736"/>
                    </a:cubicBezTo>
                    <a:lnTo>
                      <a:pt x="11776" y="12332"/>
                    </a:lnTo>
                    <a:cubicBezTo>
                      <a:pt x="11990" y="12451"/>
                      <a:pt x="12273" y="12511"/>
                      <a:pt x="12556" y="12511"/>
                    </a:cubicBezTo>
                    <a:cubicBezTo>
                      <a:pt x="12838" y="12511"/>
                      <a:pt x="13121" y="12451"/>
                      <a:pt x="13335" y="12332"/>
                    </a:cubicBezTo>
                    <a:lnTo>
                      <a:pt x="21372" y="7689"/>
                    </a:lnTo>
                    <a:cubicBezTo>
                      <a:pt x="21813" y="7439"/>
                      <a:pt x="21813" y="7022"/>
                      <a:pt x="21384" y="6784"/>
                    </a:cubicBezTo>
                    <a:lnTo>
                      <a:pt x="14848" y="3010"/>
                    </a:lnTo>
                    <a:cubicBezTo>
                      <a:pt x="14800" y="2962"/>
                      <a:pt x="14752" y="2926"/>
                      <a:pt x="14693" y="2891"/>
                    </a:cubicBezTo>
                    <a:lnTo>
                      <a:pt x="10049" y="188"/>
                    </a:lnTo>
                    <a:cubicBezTo>
                      <a:pt x="9835" y="63"/>
                      <a:pt x="9552" y="0"/>
                      <a:pt x="9269" y="0"/>
                    </a:cubicBezTo>
                    <a:close/>
                  </a:path>
                </a:pathLst>
              </a:custGeom>
              <a:solidFill>
                <a:srgbClr val="C8D7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61"/>
              <p:cNvSpPr/>
              <p:nvPr/>
            </p:nvSpPr>
            <p:spPr>
              <a:xfrm>
                <a:off x="1651626" y="2834254"/>
                <a:ext cx="4549" cy="26927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906" extrusionOk="0">
                    <a:moveTo>
                      <a:pt x="322" y="1"/>
                    </a:moveTo>
                    <a:cubicBezTo>
                      <a:pt x="322" y="167"/>
                      <a:pt x="214" y="334"/>
                      <a:pt x="0" y="453"/>
                    </a:cubicBezTo>
                    <a:lnTo>
                      <a:pt x="0" y="1906"/>
                    </a:lnTo>
                    <a:cubicBezTo>
                      <a:pt x="214" y="1787"/>
                      <a:pt x="322" y="1620"/>
                      <a:pt x="322" y="1453"/>
                    </a:cubicBezTo>
                    <a:lnTo>
                      <a:pt x="322" y="1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61"/>
              <p:cNvSpPr/>
              <p:nvPr/>
            </p:nvSpPr>
            <p:spPr>
              <a:xfrm>
                <a:off x="1272481" y="2852252"/>
                <a:ext cx="4549" cy="26927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906" extrusionOk="0">
                    <a:moveTo>
                      <a:pt x="0" y="1"/>
                    </a:moveTo>
                    <a:lnTo>
                      <a:pt x="0" y="1453"/>
                    </a:lnTo>
                    <a:cubicBezTo>
                      <a:pt x="0" y="1620"/>
                      <a:pt x="108" y="1787"/>
                      <a:pt x="322" y="1906"/>
                    </a:cubicBezTo>
                    <a:lnTo>
                      <a:pt x="322" y="453"/>
                    </a:lnTo>
                    <a:cubicBezTo>
                      <a:pt x="108" y="334"/>
                      <a:pt x="0" y="167"/>
                      <a:pt x="0" y="1"/>
                    </a:cubicBez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61"/>
              <p:cNvSpPr/>
              <p:nvPr/>
            </p:nvSpPr>
            <p:spPr>
              <a:xfrm>
                <a:off x="1277016" y="2858652"/>
                <a:ext cx="160149" cy="113543"/>
              </a:xfrm>
              <a:custGeom>
                <a:avLst/>
                <a:gdLst/>
                <a:ahLst/>
                <a:cxnLst/>
                <a:rect l="l" t="t" r="r" b="b"/>
                <a:pathLst>
                  <a:path w="11336" h="8037" extrusionOk="0">
                    <a:moveTo>
                      <a:pt x="1" y="0"/>
                    </a:moveTo>
                    <a:lnTo>
                      <a:pt x="1" y="1453"/>
                    </a:lnTo>
                    <a:lnTo>
                      <a:pt x="11336" y="8037"/>
                    </a:lnTo>
                    <a:lnTo>
                      <a:pt x="11336" y="65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86E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61"/>
              <p:cNvSpPr/>
              <p:nvPr/>
            </p:nvSpPr>
            <p:spPr>
              <a:xfrm>
                <a:off x="1459192" y="2840654"/>
                <a:ext cx="192445" cy="131541"/>
              </a:xfrm>
              <a:custGeom>
                <a:avLst/>
                <a:gdLst/>
                <a:ahLst/>
                <a:cxnLst/>
                <a:rect l="l" t="t" r="r" b="b"/>
                <a:pathLst>
                  <a:path w="13622" h="9311" extrusionOk="0">
                    <a:moveTo>
                      <a:pt x="13621" y="0"/>
                    </a:moveTo>
                    <a:lnTo>
                      <a:pt x="0" y="7858"/>
                    </a:lnTo>
                    <a:lnTo>
                      <a:pt x="12" y="9311"/>
                    </a:lnTo>
                    <a:lnTo>
                      <a:pt x="13621" y="1453"/>
                    </a:lnTo>
                    <a:lnTo>
                      <a:pt x="13621" y="0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61"/>
              <p:cNvSpPr/>
              <p:nvPr/>
            </p:nvSpPr>
            <p:spPr>
              <a:xfrm>
                <a:off x="1437153" y="2951669"/>
                <a:ext cx="22223" cy="23183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1641" extrusionOk="0">
                    <a:moveTo>
                      <a:pt x="1" y="0"/>
                    </a:moveTo>
                    <a:lnTo>
                      <a:pt x="1" y="1453"/>
                    </a:lnTo>
                    <a:cubicBezTo>
                      <a:pt x="215" y="1578"/>
                      <a:pt x="498" y="1640"/>
                      <a:pt x="782" y="1640"/>
                    </a:cubicBezTo>
                    <a:cubicBezTo>
                      <a:pt x="1066" y="1640"/>
                      <a:pt x="1352" y="1578"/>
                      <a:pt x="1572" y="1453"/>
                    </a:cubicBezTo>
                    <a:lnTo>
                      <a:pt x="1560" y="0"/>
                    </a:lnTo>
                    <a:cubicBezTo>
                      <a:pt x="1346" y="125"/>
                      <a:pt x="1063" y="188"/>
                      <a:pt x="780" y="188"/>
                    </a:cubicBezTo>
                    <a:cubicBezTo>
                      <a:pt x="498" y="188"/>
                      <a:pt x="215" y="125"/>
                      <a:pt x="1" y="0"/>
                    </a:cubicBez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61"/>
              <p:cNvSpPr/>
              <p:nvPr/>
            </p:nvSpPr>
            <p:spPr>
              <a:xfrm>
                <a:off x="1270969" y="2732195"/>
                <a:ext cx="386712" cy="222127"/>
              </a:xfrm>
              <a:custGeom>
                <a:avLst/>
                <a:gdLst/>
                <a:ahLst/>
                <a:cxnLst/>
                <a:rect l="l" t="t" r="r" b="b"/>
                <a:pathLst>
                  <a:path w="27373" h="15723" extrusionOk="0">
                    <a:moveTo>
                      <a:pt x="14828" y="1"/>
                    </a:moveTo>
                    <a:cubicBezTo>
                      <a:pt x="14544" y="1"/>
                      <a:pt x="14258" y="63"/>
                      <a:pt x="14038" y="188"/>
                    </a:cubicBezTo>
                    <a:lnTo>
                      <a:pt x="429" y="8046"/>
                    </a:lnTo>
                    <a:cubicBezTo>
                      <a:pt x="0" y="8296"/>
                      <a:pt x="0" y="8701"/>
                      <a:pt x="429" y="8951"/>
                    </a:cubicBezTo>
                    <a:lnTo>
                      <a:pt x="11764" y="15535"/>
                    </a:lnTo>
                    <a:cubicBezTo>
                      <a:pt x="11978" y="15660"/>
                      <a:pt x="12261" y="15723"/>
                      <a:pt x="12543" y="15723"/>
                    </a:cubicBezTo>
                    <a:cubicBezTo>
                      <a:pt x="12826" y="15723"/>
                      <a:pt x="13109" y="15660"/>
                      <a:pt x="13323" y="15535"/>
                    </a:cubicBezTo>
                    <a:lnTo>
                      <a:pt x="26944" y="7677"/>
                    </a:lnTo>
                    <a:cubicBezTo>
                      <a:pt x="27373" y="7427"/>
                      <a:pt x="27373" y="7022"/>
                      <a:pt x="26944" y="6772"/>
                    </a:cubicBezTo>
                    <a:lnTo>
                      <a:pt x="15609" y="188"/>
                    </a:lnTo>
                    <a:cubicBezTo>
                      <a:pt x="15395" y="63"/>
                      <a:pt x="15112" y="1"/>
                      <a:pt x="14828" y="1"/>
                    </a:cubicBezTo>
                    <a:close/>
                  </a:path>
                </a:pathLst>
              </a:custGeom>
              <a:solidFill>
                <a:srgbClr val="C8D7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61"/>
              <p:cNvSpPr/>
              <p:nvPr/>
            </p:nvSpPr>
            <p:spPr>
              <a:xfrm>
                <a:off x="1429086" y="2962773"/>
                <a:ext cx="4719" cy="26927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906" extrusionOk="0">
                    <a:moveTo>
                      <a:pt x="334" y="0"/>
                    </a:moveTo>
                    <a:cubicBezTo>
                      <a:pt x="334" y="155"/>
                      <a:pt x="214" y="322"/>
                      <a:pt x="0" y="453"/>
                    </a:cubicBezTo>
                    <a:lnTo>
                      <a:pt x="12" y="1905"/>
                    </a:lnTo>
                    <a:cubicBezTo>
                      <a:pt x="226" y="1774"/>
                      <a:pt x="334" y="1607"/>
                      <a:pt x="334" y="1441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61"/>
              <p:cNvSpPr/>
              <p:nvPr/>
            </p:nvSpPr>
            <p:spPr>
              <a:xfrm>
                <a:off x="1092833" y="2956034"/>
                <a:ext cx="4549" cy="26927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906" extrusionOk="0">
                    <a:moveTo>
                      <a:pt x="1" y="1"/>
                    </a:moveTo>
                    <a:lnTo>
                      <a:pt x="1" y="1453"/>
                    </a:lnTo>
                    <a:cubicBezTo>
                      <a:pt x="1" y="1608"/>
                      <a:pt x="108" y="1775"/>
                      <a:pt x="322" y="1906"/>
                    </a:cubicBezTo>
                    <a:lnTo>
                      <a:pt x="322" y="453"/>
                    </a:lnTo>
                    <a:cubicBezTo>
                      <a:pt x="108" y="322"/>
                      <a:pt x="1" y="168"/>
                      <a:pt x="1" y="1"/>
                    </a:cubicBez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61"/>
              <p:cNvSpPr/>
              <p:nvPr/>
            </p:nvSpPr>
            <p:spPr>
              <a:xfrm>
                <a:off x="1097382" y="2962434"/>
                <a:ext cx="160135" cy="113557"/>
              </a:xfrm>
              <a:custGeom>
                <a:avLst/>
                <a:gdLst/>
                <a:ahLst/>
                <a:cxnLst/>
                <a:rect l="l" t="t" r="r" b="b"/>
                <a:pathLst>
                  <a:path w="11335" h="8038" extrusionOk="0">
                    <a:moveTo>
                      <a:pt x="0" y="0"/>
                    </a:moveTo>
                    <a:lnTo>
                      <a:pt x="0" y="1453"/>
                    </a:lnTo>
                    <a:lnTo>
                      <a:pt x="11335" y="8037"/>
                    </a:lnTo>
                    <a:lnTo>
                      <a:pt x="11335" y="6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86E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61"/>
              <p:cNvSpPr/>
              <p:nvPr/>
            </p:nvSpPr>
            <p:spPr>
              <a:xfrm>
                <a:off x="1279545" y="2969159"/>
                <a:ext cx="149723" cy="106832"/>
              </a:xfrm>
              <a:custGeom>
                <a:avLst/>
                <a:gdLst/>
                <a:ahLst/>
                <a:cxnLst/>
                <a:rect l="l" t="t" r="r" b="b"/>
                <a:pathLst>
                  <a:path w="10598" h="7562" extrusionOk="0">
                    <a:moveTo>
                      <a:pt x="10585" y="1"/>
                    </a:moveTo>
                    <a:lnTo>
                      <a:pt x="6323" y="2465"/>
                    </a:lnTo>
                    <a:lnTo>
                      <a:pt x="0" y="6108"/>
                    </a:lnTo>
                    <a:lnTo>
                      <a:pt x="12" y="7561"/>
                    </a:lnTo>
                    <a:lnTo>
                      <a:pt x="6335" y="3906"/>
                    </a:lnTo>
                    <a:lnTo>
                      <a:pt x="10597" y="1453"/>
                    </a:lnTo>
                    <a:lnTo>
                      <a:pt x="10585" y="1"/>
                    </a:ln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61"/>
              <p:cNvSpPr/>
              <p:nvPr/>
            </p:nvSpPr>
            <p:spPr>
              <a:xfrm>
                <a:off x="1257505" y="3055451"/>
                <a:ext cx="22223" cy="23183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1641" extrusionOk="0">
                    <a:moveTo>
                      <a:pt x="1" y="0"/>
                    </a:moveTo>
                    <a:lnTo>
                      <a:pt x="1" y="1453"/>
                    </a:lnTo>
                    <a:cubicBezTo>
                      <a:pt x="215" y="1578"/>
                      <a:pt x="498" y="1641"/>
                      <a:pt x="782" y="1641"/>
                    </a:cubicBezTo>
                    <a:cubicBezTo>
                      <a:pt x="1066" y="1641"/>
                      <a:pt x="1352" y="1578"/>
                      <a:pt x="1572" y="1453"/>
                    </a:cubicBezTo>
                    <a:lnTo>
                      <a:pt x="1560" y="0"/>
                    </a:lnTo>
                    <a:cubicBezTo>
                      <a:pt x="1346" y="125"/>
                      <a:pt x="1063" y="188"/>
                      <a:pt x="781" y="188"/>
                    </a:cubicBezTo>
                    <a:cubicBezTo>
                      <a:pt x="498" y="188"/>
                      <a:pt x="215" y="125"/>
                      <a:pt x="1" y="0"/>
                    </a:cubicBezTo>
                    <a:close/>
                  </a:path>
                </a:pathLst>
              </a:custGeom>
              <a:solidFill>
                <a:srgbClr val="5A7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61"/>
              <p:cNvSpPr/>
              <p:nvPr/>
            </p:nvSpPr>
            <p:spPr>
              <a:xfrm>
                <a:off x="1091321" y="2860673"/>
                <a:ext cx="343990" cy="197432"/>
              </a:xfrm>
              <a:custGeom>
                <a:avLst/>
                <a:gdLst/>
                <a:ahLst/>
                <a:cxnLst/>
                <a:rect l="l" t="t" r="r" b="b"/>
                <a:pathLst>
                  <a:path w="24349" h="13975" extrusionOk="0">
                    <a:moveTo>
                      <a:pt x="11794" y="0"/>
                    </a:moveTo>
                    <a:cubicBezTo>
                      <a:pt x="11511" y="0"/>
                      <a:pt x="11228" y="60"/>
                      <a:pt x="11014" y="179"/>
                    </a:cubicBezTo>
                    <a:lnTo>
                      <a:pt x="429" y="6298"/>
                    </a:lnTo>
                    <a:cubicBezTo>
                      <a:pt x="0" y="6548"/>
                      <a:pt x="0" y="6953"/>
                      <a:pt x="429" y="7203"/>
                    </a:cubicBezTo>
                    <a:lnTo>
                      <a:pt x="11764" y="13787"/>
                    </a:lnTo>
                    <a:cubicBezTo>
                      <a:pt x="11978" y="13912"/>
                      <a:pt x="12261" y="13975"/>
                      <a:pt x="12544" y="13975"/>
                    </a:cubicBezTo>
                    <a:cubicBezTo>
                      <a:pt x="12826" y="13975"/>
                      <a:pt x="13109" y="13912"/>
                      <a:pt x="13323" y="13787"/>
                    </a:cubicBezTo>
                    <a:lnTo>
                      <a:pt x="23908" y="7680"/>
                    </a:lnTo>
                    <a:cubicBezTo>
                      <a:pt x="24337" y="7430"/>
                      <a:pt x="24349" y="7025"/>
                      <a:pt x="23920" y="6775"/>
                    </a:cubicBezTo>
                    <a:lnTo>
                      <a:pt x="12573" y="179"/>
                    </a:lnTo>
                    <a:cubicBezTo>
                      <a:pt x="12359" y="60"/>
                      <a:pt x="12076" y="0"/>
                      <a:pt x="11794" y="0"/>
                    </a:cubicBezTo>
                    <a:close/>
                  </a:path>
                </a:pathLst>
              </a:custGeom>
              <a:solidFill>
                <a:srgbClr val="C8D7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61"/>
              <p:cNvSpPr/>
              <p:nvPr/>
            </p:nvSpPr>
            <p:spPr>
              <a:xfrm>
                <a:off x="1157933" y="2552844"/>
                <a:ext cx="166365" cy="119448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8455" extrusionOk="0">
                    <a:moveTo>
                      <a:pt x="11776" y="1"/>
                    </a:moveTo>
                    <a:lnTo>
                      <a:pt x="0" y="6847"/>
                    </a:lnTo>
                    <a:lnTo>
                      <a:pt x="0" y="8454"/>
                    </a:lnTo>
                    <a:lnTo>
                      <a:pt x="11776" y="1620"/>
                    </a:lnTo>
                    <a:lnTo>
                      <a:pt x="1177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61"/>
              <p:cNvSpPr/>
              <p:nvPr/>
            </p:nvSpPr>
            <p:spPr>
              <a:xfrm>
                <a:off x="926480" y="2515844"/>
                <a:ext cx="231465" cy="156448"/>
              </a:xfrm>
              <a:custGeom>
                <a:avLst/>
                <a:gdLst/>
                <a:ahLst/>
                <a:cxnLst/>
                <a:rect l="l" t="t" r="r" b="b"/>
                <a:pathLst>
                  <a:path w="16384" h="11074" extrusionOk="0">
                    <a:moveTo>
                      <a:pt x="12" y="0"/>
                    </a:moveTo>
                    <a:lnTo>
                      <a:pt x="0" y="1620"/>
                    </a:lnTo>
                    <a:lnTo>
                      <a:pt x="16383" y="11073"/>
                    </a:lnTo>
                    <a:lnTo>
                      <a:pt x="16383" y="946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61"/>
              <p:cNvSpPr/>
              <p:nvPr/>
            </p:nvSpPr>
            <p:spPr>
              <a:xfrm>
                <a:off x="926649" y="2419295"/>
                <a:ext cx="397647" cy="230278"/>
              </a:xfrm>
              <a:custGeom>
                <a:avLst/>
                <a:gdLst/>
                <a:ahLst/>
                <a:cxnLst/>
                <a:rect l="l" t="t" r="r" b="b"/>
                <a:pathLst>
                  <a:path w="28147" h="16300" extrusionOk="0">
                    <a:moveTo>
                      <a:pt x="11764" y="0"/>
                    </a:moveTo>
                    <a:lnTo>
                      <a:pt x="0" y="6834"/>
                    </a:lnTo>
                    <a:lnTo>
                      <a:pt x="16371" y="16300"/>
                    </a:lnTo>
                    <a:lnTo>
                      <a:pt x="28147" y="9454"/>
                    </a:lnTo>
                    <a:lnTo>
                      <a:pt x="1176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61"/>
              <p:cNvSpPr/>
              <p:nvPr/>
            </p:nvSpPr>
            <p:spPr>
              <a:xfrm>
                <a:off x="1020174" y="2401791"/>
                <a:ext cx="97056" cy="130213"/>
              </a:xfrm>
              <a:custGeom>
                <a:avLst/>
                <a:gdLst/>
                <a:ahLst/>
                <a:cxnLst/>
                <a:rect l="l" t="t" r="r" b="b"/>
                <a:pathLst>
                  <a:path w="6870" h="9217" extrusionOk="0">
                    <a:moveTo>
                      <a:pt x="6870" y="1"/>
                    </a:moveTo>
                    <a:lnTo>
                      <a:pt x="24" y="3978"/>
                    </a:lnTo>
                    <a:lnTo>
                      <a:pt x="0" y="9216"/>
                    </a:lnTo>
                    <a:lnTo>
                      <a:pt x="6858" y="5240"/>
                    </a:lnTo>
                    <a:lnTo>
                      <a:pt x="6870" y="1"/>
                    </a:lnTo>
                    <a:close/>
                  </a:path>
                </a:pathLst>
              </a:custGeom>
              <a:solidFill>
                <a:srgbClr val="DBD9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61"/>
              <p:cNvSpPr/>
              <p:nvPr/>
            </p:nvSpPr>
            <p:spPr>
              <a:xfrm>
                <a:off x="962138" y="2424508"/>
                <a:ext cx="58375" cy="107496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7609" extrusionOk="0">
                    <a:moveTo>
                      <a:pt x="24" y="0"/>
                    </a:moveTo>
                    <a:lnTo>
                      <a:pt x="0" y="5239"/>
                    </a:lnTo>
                    <a:lnTo>
                      <a:pt x="4108" y="7608"/>
                    </a:lnTo>
                    <a:lnTo>
                      <a:pt x="4132" y="237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D9D7D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61"/>
              <p:cNvSpPr/>
              <p:nvPr/>
            </p:nvSpPr>
            <p:spPr>
              <a:xfrm>
                <a:off x="962477" y="2368322"/>
                <a:ext cx="154753" cy="89667"/>
              </a:xfrm>
              <a:custGeom>
                <a:avLst/>
                <a:gdLst/>
                <a:ahLst/>
                <a:cxnLst/>
                <a:rect l="l" t="t" r="r" b="b"/>
                <a:pathLst>
                  <a:path w="10954" h="6347" extrusionOk="0">
                    <a:moveTo>
                      <a:pt x="6858" y="1"/>
                    </a:moveTo>
                    <a:lnTo>
                      <a:pt x="0" y="3977"/>
                    </a:lnTo>
                    <a:lnTo>
                      <a:pt x="4108" y="6347"/>
                    </a:lnTo>
                    <a:lnTo>
                      <a:pt x="10954" y="2370"/>
                    </a:lnTo>
                    <a:lnTo>
                      <a:pt x="6858" y="1"/>
                    </a:lnTo>
                    <a:close/>
                  </a:path>
                </a:pathLst>
              </a:custGeom>
              <a:solidFill>
                <a:srgbClr val="DEDC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61"/>
              <p:cNvSpPr/>
              <p:nvPr/>
            </p:nvSpPr>
            <p:spPr>
              <a:xfrm>
                <a:off x="1239168" y="2373366"/>
                <a:ext cx="1865" cy="194974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801" extrusionOk="0">
                    <a:moveTo>
                      <a:pt x="132" y="1"/>
                    </a:moveTo>
                    <a:lnTo>
                      <a:pt x="131" y="72"/>
                    </a:lnTo>
                    <a:lnTo>
                      <a:pt x="131" y="72"/>
                    </a:lnTo>
                    <a:cubicBezTo>
                      <a:pt x="132" y="48"/>
                      <a:pt x="132" y="24"/>
                      <a:pt x="132" y="1"/>
                    </a:cubicBezTo>
                    <a:close/>
                    <a:moveTo>
                      <a:pt x="131" y="72"/>
                    </a:moveTo>
                    <a:cubicBezTo>
                      <a:pt x="130" y="137"/>
                      <a:pt x="125" y="206"/>
                      <a:pt x="108" y="275"/>
                    </a:cubicBezTo>
                    <a:lnTo>
                      <a:pt x="1" y="13800"/>
                    </a:lnTo>
                    <a:cubicBezTo>
                      <a:pt x="25" y="13705"/>
                      <a:pt x="37" y="13610"/>
                      <a:pt x="37" y="13514"/>
                    </a:cubicBezTo>
                    <a:lnTo>
                      <a:pt x="131" y="72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61"/>
              <p:cNvSpPr/>
              <p:nvPr/>
            </p:nvSpPr>
            <p:spPr>
              <a:xfrm>
                <a:off x="1231101" y="2377237"/>
                <a:ext cx="9607" cy="20572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4562" extrusionOk="0">
                    <a:moveTo>
                      <a:pt x="679" y="1"/>
                    </a:moveTo>
                    <a:lnTo>
                      <a:pt x="679" y="1"/>
                    </a:lnTo>
                    <a:cubicBezTo>
                      <a:pt x="620" y="358"/>
                      <a:pt x="429" y="715"/>
                      <a:pt x="108" y="1036"/>
                    </a:cubicBezTo>
                    <a:lnTo>
                      <a:pt x="0" y="14562"/>
                    </a:lnTo>
                    <a:cubicBezTo>
                      <a:pt x="322" y="14240"/>
                      <a:pt x="512" y="13883"/>
                      <a:pt x="584" y="13526"/>
                    </a:cubicBez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D4D4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61"/>
              <p:cNvSpPr/>
              <p:nvPr/>
            </p:nvSpPr>
            <p:spPr>
              <a:xfrm>
                <a:off x="1179295" y="2391873"/>
                <a:ext cx="53331" cy="210104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14872" extrusionOk="0">
                    <a:moveTo>
                      <a:pt x="3775" y="0"/>
                    </a:moveTo>
                    <a:lnTo>
                      <a:pt x="3775" y="0"/>
                    </a:lnTo>
                    <a:cubicBezTo>
                      <a:pt x="3572" y="203"/>
                      <a:pt x="3334" y="393"/>
                      <a:pt x="3036" y="560"/>
                    </a:cubicBezTo>
                    <a:cubicBezTo>
                      <a:pt x="2215" y="1036"/>
                      <a:pt x="1179" y="1298"/>
                      <a:pt x="108" y="1346"/>
                    </a:cubicBezTo>
                    <a:lnTo>
                      <a:pt x="0" y="14871"/>
                    </a:lnTo>
                    <a:cubicBezTo>
                      <a:pt x="1072" y="14824"/>
                      <a:pt x="2120" y="14562"/>
                      <a:pt x="2929" y="14085"/>
                    </a:cubicBezTo>
                    <a:cubicBezTo>
                      <a:pt x="3227" y="13919"/>
                      <a:pt x="3477" y="13728"/>
                      <a:pt x="3667" y="13526"/>
                    </a:cubicBezTo>
                    <a:lnTo>
                      <a:pt x="37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61"/>
              <p:cNvSpPr/>
              <p:nvPr/>
            </p:nvSpPr>
            <p:spPr>
              <a:xfrm>
                <a:off x="1153554" y="2408855"/>
                <a:ext cx="27266" cy="193208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3676" extrusionOk="0">
                    <a:moveTo>
                      <a:pt x="108" y="1"/>
                    </a:moveTo>
                    <a:lnTo>
                      <a:pt x="1" y="13526"/>
                    </a:lnTo>
                    <a:cubicBezTo>
                      <a:pt x="497" y="13626"/>
                      <a:pt x="1009" y="13675"/>
                      <a:pt x="1518" y="13675"/>
                    </a:cubicBezTo>
                    <a:cubicBezTo>
                      <a:pt x="1620" y="13675"/>
                      <a:pt x="1721" y="13673"/>
                      <a:pt x="1822" y="13669"/>
                    </a:cubicBezTo>
                    <a:lnTo>
                      <a:pt x="1930" y="144"/>
                    </a:lnTo>
                    <a:lnTo>
                      <a:pt x="1930" y="144"/>
                    </a:lnTo>
                    <a:cubicBezTo>
                      <a:pt x="1828" y="148"/>
                      <a:pt x="1727" y="150"/>
                      <a:pt x="1625" y="150"/>
                    </a:cubicBezTo>
                    <a:cubicBezTo>
                      <a:pt x="1117" y="150"/>
                      <a:pt x="604" y="100"/>
                      <a:pt x="108" y="1"/>
                    </a:cubicBezTo>
                    <a:close/>
                  </a:path>
                </a:pathLst>
              </a:custGeom>
              <a:solidFill>
                <a:srgbClr val="D4D4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61"/>
              <p:cNvSpPr/>
              <p:nvPr/>
            </p:nvSpPr>
            <p:spPr>
              <a:xfrm>
                <a:off x="1108981" y="2372857"/>
                <a:ext cx="46098" cy="227100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6075" extrusionOk="0">
                    <a:moveTo>
                      <a:pt x="108" y="1"/>
                    </a:moveTo>
                    <a:lnTo>
                      <a:pt x="1" y="13526"/>
                    </a:lnTo>
                    <a:cubicBezTo>
                      <a:pt x="1" y="14217"/>
                      <a:pt x="453" y="14908"/>
                      <a:pt x="1370" y="15431"/>
                    </a:cubicBezTo>
                    <a:cubicBezTo>
                      <a:pt x="1894" y="15741"/>
                      <a:pt x="2501" y="15955"/>
                      <a:pt x="3156" y="16074"/>
                    </a:cubicBezTo>
                    <a:lnTo>
                      <a:pt x="3263" y="2549"/>
                    </a:lnTo>
                    <a:cubicBezTo>
                      <a:pt x="2608" y="2430"/>
                      <a:pt x="2001" y="2216"/>
                      <a:pt x="1477" y="1906"/>
                    </a:cubicBezTo>
                    <a:cubicBezTo>
                      <a:pt x="560" y="1382"/>
                      <a:pt x="108" y="692"/>
                      <a:pt x="108" y="1"/>
                    </a:cubicBez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61"/>
              <p:cNvSpPr/>
              <p:nvPr/>
            </p:nvSpPr>
            <p:spPr>
              <a:xfrm>
                <a:off x="1104107" y="2335348"/>
                <a:ext cx="143493" cy="75540"/>
              </a:xfrm>
              <a:custGeom>
                <a:avLst/>
                <a:gdLst/>
                <a:ahLst/>
                <a:cxnLst/>
                <a:rect l="l" t="t" r="r" b="b"/>
                <a:pathLst>
                  <a:path w="10157" h="5347" extrusionOk="0">
                    <a:moveTo>
                      <a:pt x="5062" y="1"/>
                    </a:moveTo>
                    <a:cubicBezTo>
                      <a:pt x="3879" y="1"/>
                      <a:pt x="2697" y="263"/>
                      <a:pt x="1798" y="787"/>
                    </a:cubicBezTo>
                    <a:cubicBezTo>
                      <a:pt x="0" y="1823"/>
                      <a:pt x="12" y="3525"/>
                      <a:pt x="1822" y="4561"/>
                    </a:cubicBezTo>
                    <a:cubicBezTo>
                      <a:pt x="2727" y="5085"/>
                      <a:pt x="3911" y="5347"/>
                      <a:pt x="5095" y="5347"/>
                    </a:cubicBezTo>
                    <a:cubicBezTo>
                      <a:pt x="6278" y="5347"/>
                      <a:pt x="7460" y="5085"/>
                      <a:pt x="8358" y="4561"/>
                    </a:cubicBezTo>
                    <a:cubicBezTo>
                      <a:pt x="10156" y="3525"/>
                      <a:pt x="10144" y="1823"/>
                      <a:pt x="8335" y="787"/>
                    </a:cubicBezTo>
                    <a:cubicBezTo>
                      <a:pt x="7430" y="263"/>
                      <a:pt x="6245" y="1"/>
                      <a:pt x="5062" y="1"/>
                    </a:cubicBez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61"/>
              <p:cNvSpPr/>
              <p:nvPr/>
            </p:nvSpPr>
            <p:spPr>
              <a:xfrm>
                <a:off x="1137067" y="2352810"/>
                <a:ext cx="77390" cy="40687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2880" extrusionOk="0">
                    <a:moveTo>
                      <a:pt x="2739" y="0"/>
                    </a:moveTo>
                    <a:cubicBezTo>
                      <a:pt x="2102" y="0"/>
                      <a:pt x="1465" y="140"/>
                      <a:pt x="977" y="420"/>
                    </a:cubicBezTo>
                    <a:cubicBezTo>
                      <a:pt x="1" y="979"/>
                      <a:pt x="13" y="1896"/>
                      <a:pt x="989" y="2456"/>
                    </a:cubicBezTo>
                    <a:cubicBezTo>
                      <a:pt x="1475" y="2740"/>
                      <a:pt x="2108" y="2880"/>
                      <a:pt x="2741" y="2880"/>
                    </a:cubicBezTo>
                    <a:cubicBezTo>
                      <a:pt x="3381" y="2880"/>
                      <a:pt x="4023" y="2737"/>
                      <a:pt x="4513" y="2456"/>
                    </a:cubicBezTo>
                    <a:cubicBezTo>
                      <a:pt x="5478" y="1896"/>
                      <a:pt x="5478" y="979"/>
                      <a:pt x="4501" y="420"/>
                    </a:cubicBezTo>
                    <a:cubicBezTo>
                      <a:pt x="4013" y="140"/>
                      <a:pt x="3376" y="0"/>
                      <a:pt x="2739" y="0"/>
                    </a:cubicBezTo>
                    <a:close/>
                  </a:path>
                </a:pathLst>
              </a:custGeom>
              <a:solidFill>
                <a:srgbClr val="2324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61"/>
              <p:cNvSpPr/>
              <p:nvPr/>
            </p:nvSpPr>
            <p:spPr>
              <a:xfrm>
                <a:off x="1160618" y="2275136"/>
                <a:ext cx="28947" cy="108669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7692" extrusionOk="0">
                    <a:moveTo>
                      <a:pt x="2049" y="12"/>
                    </a:moveTo>
                    <a:lnTo>
                      <a:pt x="2049" y="14"/>
                    </a:lnTo>
                    <a:lnTo>
                      <a:pt x="2049" y="14"/>
                    </a:lnTo>
                    <a:cubicBezTo>
                      <a:pt x="2049" y="13"/>
                      <a:pt x="2049" y="13"/>
                      <a:pt x="2049" y="12"/>
                    </a:cubicBezTo>
                    <a:close/>
                    <a:moveTo>
                      <a:pt x="13" y="0"/>
                    </a:moveTo>
                    <a:lnTo>
                      <a:pt x="1" y="7097"/>
                    </a:lnTo>
                    <a:cubicBezTo>
                      <a:pt x="1" y="7251"/>
                      <a:pt x="108" y="7406"/>
                      <a:pt x="310" y="7513"/>
                    </a:cubicBezTo>
                    <a:cubicBezTo>
                      <a:pt x="507" y="7632"/>
                      <a:pt x="766" y="7692"/>
                      <a:pt x="1025" y="7692"/>
                    </a:cubicBezTo>
                    <a:cubicBezTo>
                      <a:pt x="1284" y="7692"/>
                      <a:pt x="1543" y="7632"/>
                      <a:pt x="1739" y="7513"/>
                    </a:cubicBezTo>
                    <a:cubicBezTo>
                      <a:pt x="1941" y="7406"/>
                      <a:pt x="2037" y="7251"/>
                      <a:pt x="2037" y="7108"/>
                    </a:cubicBezTo>
                    <a:lnTo>
                      <a:pt x="2049" y="14"/>
                    </a:lnTo>
                    <a:lnTo>
                      <a:pt x="2049" y="14"/>
                    </a:lnTo>
                    <a:cubicBezTo>
                      <a:pt x="2048" y="168"/>
                      <a:pt x="1941" y="310"/>
                      <a:pt x="1751" y="429"/>
                    </a:cubicBezTo>
                    <a:cubicBezTo>
                      <a:pt x="1549" y="542"/>
                      <a:pt x="1287" y="599"/>
                      <a:pt x="1026" y="599"/>
                    </a:cubicBezTo>
                    <a:cubicBezTo>
                      <a:pt x="766" y="599"/>
                      <a:pt x="507" y="542"/>
                      <a:pt x="310" y="429"/>
                    </a:cubicBezTo>
                    <a:cubicBezTo>
                      <a:pt x="108" y="310"/>
                      <a:pt x="13" y="155"/>
                      <a:pt x="13" y="0"/>
                    </a:cubicBezTo>
                    <a:close/>
                  </a:path>
                </a:pathLst>
              </a:cu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61"/>
              <p:cNvSpPr/>
              <p:nvPr/>
            </p:nvSpPr>
            <p:spPr>
              <a:xfrm>
                <a:off x="1149683" y="2271943"/>
                <a:ext cx="9607" cy="24568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739" extrusionOk="0">
                    <a:moveTo>
                      <a:pt x="1" y="0"/>
                    </a:moveTo>
                    <a:lnTo>
                      <a:pt x="1" y="798"/>
                    </a:lnTo>
                    <a:cubicBezTo>
                      <a:pt x="1" y="1143"/>
                      <a:pt x="227" y="1477"/>
                      <a:pt x="680" y="1739"/>
                    </a:cubicBezTo>
                    <a:lnTo>
                      <a:pt x="680" y="929"/>
                    </a:lnTo>
                    <a:cubicBezTo>
                      <a:pt x="227" y="667"/>
                      <a:pt x="13" y="334"/>
                      <a:pt x="1" y="0"/>
                    </a:cubicBezTo>
                    <a:close/>
                  </a:path>
                </a:pathLst>
              </a:custGeom>
              <a:solidFill>
                <a:srgbClr val="848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61"/>
              <p:cNvSpPr/>
              <p:nvPr/>
            </p:nvSpPr>
            <p:spPr>
              <a:xfrm>
                <a:off x="1159276" y="2285054"/>
                <a:ext cx="201529" cy="126851"/>
              </a:xfrm>
              <a:custGeom>
                <a:avLst/>
                <a:gdLst/>
                <a:ahLst/>
                <a:cxnLst/>
                <a:rect l="l" t="t" r="r" b="b"/>
                <a:pathLst>
                  <a:path w="14265" h="8979" extrusionOk="0">
                    <a:moveTo>
                      <a:pt x="1" y="1"/>
                    </a:moveTo>
                    <a:lnTo>
                      <a:pt x="1" y="811"/>
                    </a:lnTo>
                    <a:lnTo>
                      <a:pt x="14264" y="8978"/>
                    </a:lnTo>
                    <a:lnTo>
                      <a:pt x="14264" y="81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484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61"/>
              <p:cNvSpPr/>
              <p:nvPr/>
            </p:nvSpPr>
            <p:spPr>
              <a:xfrm>
                <a:off x="1360793" y="2387324"/>
                <a:ext cx="54504" cy="29979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122" extrusionOk="0">
                    <a:moveTo>
                      <a:pt x="3858" y="1"/>
                    </a:moveTo>
                    <a:cubicBezTo>
                      <a:pt x="3858" y="334"/>
                      <a:pt x="3644" y="668"/>
                      <a:pt x="3203" y="930"/>
                    </a:cubicBezTo>
                    <a:cubicBezTo>
                      <a:pt x="2762" y="1186"/>
                      <a:pt x="2185" y="1314"/>
                      <a:pt x="1606" y="1314"/>
                    </a:cubicBezTo>
                    <a:cubicBezTo>
                      <a:pt x="1027" y="1314"/>
                      <a:pt x="447" y="1186"/>
                      <a:pt x="0" y="930"/>
                    </a:cubicBezTo>
                    <a:lnTo>
                      <a:pt x="0" y="1739"/>
                    </a:lnTo>
                    <a:cubicBezTo>
                      <a:pt x="444" y="1994"/>
                      <a:pt x="1020" y="2122"/>
                      <a:pt x="1596" y="2122"/>
                    </a:cubicBezTo>
                    <a:cubicBezTo>
                      <a:pt x="2178" y="2122"/>
                      <a:pt x="2760" y="1991"/>
                      <a:pt x="3203" y="1727"/>
                    </a:cubicBezTo>
                    <a:cubicBezTo>
                      <a:pt x="3644" y="1477"/>
                      <a:pt x="3858" y="1144"/>
                      <a:pt x="3858" y="811"/>
                    </a:cubicBezTo>
                    <a:lnTo>
                      <a:pt x="3858" y="1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61"/>
              <p:cNvSpPr/>
              <p:nvPr/>
            </p:nvSpPr>
            <p:spPr>
              <a:xfrm>
                <a:off x="1146660" y="2253309"/>
                <a:ext cx="271841" cy="152605"/>
              </a:xfrm>
              <a:custGeom>
                <a:avLst/>
                <a:gdLst/>
                <a:ahLst/>
                <a:cxnLst/>
                <a:rect l="l" t="t" r="r" b="b"/>
                <a:pathLst>
                  <a:path w="19242" h="10802" extrusionOk="0">
                    <a:moveTo>
                      <a:pt x="2499" y="1"/>
                    </a:moveTo>
                    <a:cubicBezTo>
                      <a:pt x="1913" y="1"/>
                      <a:pt x="1327" y="132"/>
                      <a:pt x="882" y="391"/>
                    </a:cubicBezTo>
                    <a:cubicBezTo>
                      <a:pt x="1" y="903"/>
                      <a:pt x="1" y="1736"/>
                      <a:pt x="894" y="2248"/>
                    </a:cubicBezTo>
                    <a:lnTo>
                      <a:pt x="15157" y="10428"/>
                    </a:lnTo>
                    <a:cubicBezTo>
                      <a:pt x="15601" y="10676"/>
                      <a:pt x="16177" y="10801"/>
                      <a:pt x="16753" y="10801"/>
                    </a:cubicBezTo>
                    <a:cubicBezTo>
                      <a:pt x="17335" y="10801"/>
                      <a:pt x="17917" y="10673"/>
                      <a:pt x="18360" y="10416"/>
                    </a:cubicBezTo>
                    <a:cubicBezTo>
                      <a:pt x="19241" y="9892"/>
                      <a:pt x="19229" y="9070"/>
                      <a:pt x="18348" y="8558"/>
                    </a:cubicBezTo>
                    <a:lnTo>
                      <a:pt x="4084" y="379"/>
                    </a:lnTo>
                    <a:cubicBezTo>
                      <a:pt x="3643" y="126"/>
                      <a:pt x="3071" y="1"/>
                      <a:pt x="249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61"/>
              <p:cNvSpPr/>
              <p:nvPr/>
            </p:nvSpPr>
            <p:spPr>
              <a:xfrm>
                <a:off x="1489807" y="2641326"/>
                <a:ext cx="4380" cy="5227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70" extrusionOk="0">
                    <a:moveTo>
                      <a:pt x="262" y="0"/>
                    </a:moveTo>
                    <a:lnTo>
                      <a:pt x="0" y="143"/>
                    </a:lnTo>
                    <a:cubicBezTo>
                      <a:pt x="24" y="227"/>
                      <a:pt x="36" y="298"/>
                      <a:pt x="48" y="369"/>
                    </a:cubicBezTo>
                    <a:lnTo>
                      <a:pt x="310" y="227"/>
                    </a:lnTo>
                    <a:cubicBezTo>
                      <a:pt x="298" y="155"/>
                      <a:pt x="286" y="72"/>
                      <a:pt x="262" y="0"/>
                    </a:cubicBezTo>
                    <a:close/>
                  </a:path>
                </a:pathLst>
              </a:custGeom>
              <a:solidFill>
                <a:srgbClr val="003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61"/>
              <p:cNvSpPr/>
              <p:nvPr/>
            </p:nvSpPr>
            <p:spPr>
              <a:xfrm>
                <a:off x="1490471" y="2644519"/>
                <a:ext cx="3885" cy="5227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70" extrusionOk="0">
                    <a:moveTo>
                      <a:pt x="263" y="1"/>
                    </a:moveTo>
                    <a:lnTo>
                      <a:pt x="1" y="143"/>
                    </a:lnTo>
                    <a:cubicBezTo>
                      <a:pt x="13" y="227"/>
                      <a:pt x="13" y="310"/>
                      <a:pt x="13" y="370"/>
                    </a:cubicBezTo>
                    <a:lnTo>
                      <a:pt x="275" y="227"/>
                    </a:lnTo>
                    <a:cubicBezTo>
                      <a:pt x="275" y="155"/>
                      <a:pt x="275" y="72"/>
                      <a:pt x="263" y="1"/>
                    </a:cubicBezTo>
                    <a:close/>
                  </a:path>
                </a:pathLst>
              </a:custGeom>
              <a:solidFill>
                <a:srgbClr val="0020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61"/>
              <p:cNvSpPr/>
              <p:nvPr/>
            </p:nvSpPr>
            <p:spPr>
              <a:xfrm>
                <a:off x="1487617" y="2647712"/>
                <a:ext cx="6739" cy="792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1" extrusionOk="0">
                    <a:moveTo>
                      <a:pt x="477" y="1"/>
                    </a:moveTo>
                    <a:lnTo>
                      <a:pt x="215" y="144"/>
                    </a:lnTo>
                    <a:cubicBezTo>
                      <a:pt x="204" y="335"/>
                      <a:pt x="139" y="473"/>
                      <a:pt x="22" y="548"/>
                    </a:cubicBezTo>
                    <a:lnTo>
                      <a:pt x="22" y="548"/>
                    </a:lnTo>
                    <a:lnTo>
                      <a:pt x="262" y="406"/>
                    </a:lnTo>
                    <a:cubicBezTo>
                      <a:pt x="393" y="334"/>
                      <a:pt x="465" y="191"/>
                      <a:pt x="477" y="1"/>
                    </a:cubicBezTo>
                    <a:close/>
                    <a:moveTo>
                      <a:pt x="22" y="548"/>
                    </a:moveTo>
                    <a:lnTo>
                      <a:pt x="1" y="560"/>
                    </a:lnTo>
                    <a:cubicBezTo>
                      <a:pt x="8" y="556"/>
                      <a:pt x="15" y="552"/>
                      <a:pt x="22" y="548"/>
                    </a:cubicBezTo>
                    <a:close/>
                  </a:path>
                </a:pathLst>
              </a:custGeom>
              <a:solidFill>
                <a:srgbClr val="000B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61"/>
              <p:cNvSpPr/>
              <p:nvPr/>
            </p:nvSpPr>
            <p:spPr>
              <a:xfrm>
                <a:off x="1448936" y="2555331"/>
                <a:ext cx="7247" cy="291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06" extrusionOk="0">
                    <a:moveTo>
                      <a:pt x="464" y="0"/>
                    </a:moveTo>
                    <a:cubicBezTo>
                      <a:pt x="389" y="0"/>
                      <a:pt x="321" y="23"/>
                      <a:pt x="262" y="63"/>
                    </a:cubicBezTo>
                    <a:lnTo>
                      <a:pt x="0" y="206"/>
                    </a:lnTo>
                    <a:cubicBezTo>
                      <a:pt x="72" y="170"/>
                      <a:pt x="155" y="146"/>
                      <a:pt x="250" y="146"/>
                    </a:cubicBezTo>
                    <a:lnTo>
                      <a:pt x="512" y="3"/>
                    </a:lnTo>
                    <a:cubicBezTo>
                      <a:pt x="496" y="1"/>
                      <a:pt x="480" y="0"/>
                      <a:pt x="464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61"/>
              <p:cNvSpPr/>
              <p:nvPr/>
            </p:nvSpPr>
            <p:spPr>
              <a:xfrm>
                <a:off x="1452468" y="2555373"/>
                <a:ext cx="6908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91" extrusionOk="0">
                    <a:moveTo>
                      <a:pt x="262" y="0"/>
                    </a:moveTo>
                    <a:lnTo>
                      <a:pt x="0" y="143"/>
                    </a:lnTo>
                    <a:lnTo>
                      <a:pt x="12" y="143"/>
                    </a:lnTo>
                    <a:cubicBezTo>
                      <a:pt x="83" y="155"/>
                      <a:pt x="155" y="167"/>
                      <a:pt x="226" y="191"/>
                    </a:cubicBezTo>
                    <a:lnTo>
                      <a:pt x="488" y="36"/>
                    </a:lnTo>
                    <a:cubicBezTo>
                      <a:pt x="417" y="12"/>
                      <a:pt x="345" y="0"/>
                      <a:pt x="274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61"/>
              <p:cNvSpPr/>
              <p:nvPr/>
            </p:nvSpPr>
            <p:spPr>
              <a:xfrm>
                <a:off x="1455660" y="2555868"/>
                <a:ext cx="5905" cy="322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28" extrusionOk="0">
                    <a:moveTo>
                      <a:pt x="262" y="1"/>
                    </a:moveTo>
                    <a:lnTo>
                      <a:pt x="0" y="156"/>
                    </a:lnTo>
                    <a:cubicBezTo>
                      <a:pt x="48" y="180"/>
                      <a:pt x="107" y="203"/>
                      <a:pt x="155" y="227"/>
                    </a:cubicBezTo>
                    <a:lnTo>
                      <a:pt x="417" y="84"/>
                    </a:lnTo>
                    <a:cubicBezTo>
                      <a:pt x="369" y="49"/>
                      <a:pt x="310" y="25"/>
                      <a:pt x="262" y="1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61"/>
              <p:cNvSpPr/>
              <p:nvPr/>
            </p:nvSpPr>
            <p:spPr>
              <a:xfrm>
                <a:off x="1469110" y="2571860"/>
                <a:ext cx="24412" cy="71499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5061" extrusionOk="0">
                    <a:moveTo>
                      <a:pt x="263" y="0"/>
                    </a:moveTo>
                    <a:lnTo>
                      <a:pt x="1" y="155"/>
                    </a:lnTo>
                    <a:lnTo>
                      <a:pt x="1465" y="5060"/>
                    </a:lnTo>
                    <a:lnTo>
                      <a:pt x="1727" y="4917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61"/>
              <p:cNvSpPr/>
              <p:nvPr/>
            </p:nvSpPr>
            <p:spPr>
              <a:xfrm>
                <a:off x="1457850" y="2557054"/>
                <a:ext cx="14975" cy="16995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203" extrusionOk="0">
                    <a:moveTo>
                      <a:pt x="262" y="0"/>
                    </a:moveTo>
                    <a:lnTo>
                      <a:pt x="0" y="143"/>
                    </a:lnTo>
                    <a:cubicBezTo>
                      <a:pt x="333" y="346"/>
                      <a:pt x="655" y="738"/>
                      <a:pt x="798" y="1203"/>
                    </a:cubicBezTo>
                    <a:lnTo>
                      <a:pt x="1060" y="1048"/>
                    </a:lnTo>
                    <a:cubicBezTo>
                      <a:pt x="917" y="596"/>
                      <a:pt x="595" y="191"/>
                      <a:pt x="262" y="0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61"/>
              <p:cNvSpPr/>
              <p:nvPr/>
            </p:nvSpPr>
            <p:spPr>
              <a:xfrm>
                <a:off x="1457850" y="2557054"/>
                <a:ext cx="4719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91" extrusionOk="0">
                    <a:moveTo>
                      <a:pt x="262" y="0"/>
                    </a:moveTo>
                    <a:lnTo>
                      <a:pt x="0" y="143"/>
                    </a:lnTo>
                    <a:cubicBezTo>
                      <a:pt x="24" y="167"/>
                      <a:pt x="48" y="179"/>
                      <a:pt x="72" y="191"/>
                    </a:cubicBezTo>
                    <a:lnTo>
                      <a:pt x="333" y="48"/>
                    </a:lnTo>
                    <a:cubicBezTo>
                      <a:pt x="310" y="24"/>
                      <a:pt x="286" y="12"/>
                      <a:pt x="262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61"/>
              <p:cNvSpPr/>
              <p:nvPr/>
            </p:nvSpPr>
            <p:spPr>
              <a:xfrm>
                <a:off x="1458853" y="2557718"/>
                <a:ext cx="13803" cy="16006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133" extrusionOk="0">
                    <a:moveTo>
                      <a:pt x="262" y="1"/>
                    </a:moveTo>
                    <a:lnTo>
                      <a:pt x="1" y="144"/>
                    </a:lnTo>
                    <a:cubicBezTo>
                      <a:pt x="298" y="346"/>
                      <a:pt x="584" y="715"/>
                      <a:pt x="715" y="1132"/>
                    </a:cubicBezTo>
                    <a:lnTo>
                      <a:pt x="977" y="977"/>
                    </a:lnTo>
                    <a:cubicBezTo>
                      <a:pt x="846" y="561"/>
                      <a:pt x="560" y="203"/>
                      <a:pt x="262" y="1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61"/>
              <p:cNvSpPr/>
              <p:nvPr/>
            </p:nvSpPr>
            <p:spPr>
              <a:xfrm>
                <a:off x="1468941" y="2571521"/>
                <a:ext cx="3885" cy="2529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79" extrusionOk="0">
                    <a:moveTo>
                      <a:pt x="263" y="0"/>
                    </a:moveTo>
                    <a:lnTo>
                      <a:pt x="1" y="155"/>
                    </a:lnTo>
                    <a:lnTo>
                      <a:pt x="13" y="179"/>
                    </a:lnTo>
                    <a:lnTo>
                      <a:pt x="275" y="24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61"/>
              <p:cNvSpPr/>
              <p:nvPr/>
            </p:nvSpPr>
            <p:spPr>
              <a:xfrm>
                <a:off x="1443581" y="2557383"/>
                <a:ext cx="50773" cy="9893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7003" extrusionOk="0">
                    <a:moveTo>
                      <a:pt x="625" y="1"/>
                    </a:moveTo>
                    <a:cubicBezTo>
                      <a:pt x="196" y="1"/>
                      <a:pt x="0" y="485"/>
                      <a:pt x="200" y="1096"/>
                    </a:cubicBezTo>
                    <a:lnTo>
                      <a:pt x="1927" y="6026"/>
                    </a:lnTo>
                    <a:cubicBezTo>
                      <a:pt x="2058" y="6407"/>
                      <a:pt x="2320" y="6740"/>
                      <a:pt x="2594" y="6895"/>
                    </a:cubicBezTo>
                    <a:cubicBezTo>
                      <a:pt x="2701" y="6966"/>
                      <a:pt x="2808" y="7002"/>
                      <a:pt x="2903" y="7002"/>
                    </a:cubicBezTo>
                    <a:cubicBezTo>
                      <a:pt x="2908" y="7002"/>
                      <a:pt x="2914" y="7002"/>
                      <a:pt x="2919" y="7002"/>
                    </a:cubicBezTo>
                    <a:cubicBezTo>
                      <a:pt x="3277" y="7002"/>
                      <a:pt x="3437" y="6602"/>
                      <a:pt x="3272" y="6085"/>
                    </a:cubicBezTo>
                    <a:lnTo>
                      <a:pt x="1808" y="1180"/>
                    </a:lnTo>
                    <a:cubicBezTo>
                      <a:pt x="1665" y="715"/>
                      <a:pt x="1343" y="323"/>
                      <a:pt x="1010" y="120"/>
                    </a:cubicBezTo>
                    <a:cubicBezTo>
                      <a:pt x="891" y="49"/>
                      <a:pt x="760" y="13"/>
                      <a:pt x="641" y="1"/>
                    </a:cubicBezTo>
                    <a:cubicBezTo>
                      <a:pt x="636" y="1"/>
                      <a:pt x="631" y="1"/>
                      <a:pt x="625" y="1"/>
                    </a:cubicBezTo>
                    <a:close/>
                  </a:path>
                </a:pathLst>
              </a:custGeom>
              <a:solidFill>
                <a:srgbClr val="002F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61"/>
              <p:cNvSpPr/>
              <p:nvPr/>
            </p:nvSpPr>
            <p:spPr>
              <a:xfrm>
                <a:off x="1473320" y="2646200"/>
                <a:ext cx="15992" cy="7575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5362" extrusionOk="0">
                    <a:moveTo>
                      <a:pt x="0" y="1"/>
                    </a:moveTo>
                    <a:lnTo>
                      <a:pt x="0" y="5025"/>
                    </a:lnTo>
                    <a:cubicBezTo>
                      <a:pt x="0" y="5108"/>
                      <a:pt x="48" y="5192"/>
                      <a:pt x="167" y="5263"/>
                    </a:cubicBezTo>
                    <a:cubicBezTo>
                      <a:pt x="274" y="5329"/>
                      <a:pt x="417" y="5361"/>
                      <a:pt x="562" y="5361"/>
                    </a:cubicBezTo>
                    <a:cubicBezTo>
                      <a:pt x="706" y="5361"/>
                      <a:pt x="852" y="5329"/>
                      <a:pt x="965" y="5263"/>
                    </a:cubicBezTo>
                    <a:cubicBezTo>
                      <a:pt x="1072" y="5204"/>
                      <a:pt x="1132" y="5120"/>
                      <a:pt x="1132" y="5037"/>
                    </a:cubicBezTo>
                    <a:lnTo>
                      <a:pt x="1132" y="1"/>
                    </a:lnTo>
                    <a:cubicBezTo>
                      <a:pt x="1132" y="84"/>
                      <a:pt x="1072" y="167"/>
                      <a:pt x="965" y="227"/>
                    </a:cubicBezTo>
                    <a:cubicBezTo>
                      <a:pt x="852" y="292"/>
                      <a:pt x="706" y="325"/>
                      <a:pt x="562" y="325"/>
                    </a:cubicBezTo>
                    <a:cubicBezTo>
                      <a:pt x="417" y="325"/>
                      <a:pt x="274" y="292"/>
                      <a:pt x="167" y="227"/>
                    </a:cubicBezTo>
                    <a:cubicBezTo>
                      <a:pt x="60" y="167"/>
                      <a:pt x="0" y="84"/>
                      <a:pt x="0" y="1"/>
                    </a:cubicBez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61"/>
              <p:cNvSpPr/>
              <p:nvPr/>
            </p:nvSpPr>
            <p:spPr>
              <a:xfrm>
                <a:off x="1472472" y="2641580"/>
                <a:ext cx="17518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53" extrusionOk="0">
                    <a:moveTo>
                      <a:pt x="622" y="0"/>
                    </a:moveTo>
                    <a:cubicBezTo>
                      <a:pt x="477" y="0"/>
                      <a:pt x="334" y="30"/>
                      <a:pt x="227" y="89"/>
                    </a:cubicBezTo>
                    <a:cubicBezTo>
                      <a:pt x="1" y="220"/>
                      <a:pt x="13" y="423"/>
                      <a:pt x="227" y="554"/>
                    </a:cubicBezTo>
                    <a:cubicBezTo>
                      <a:pt x="340" y="619"/>
                      <a:pt x="486" y="652"/>
                      <a:pt x="630" y="652"/>
                    </a:cubicBezTo>
                    <a:cubicBezTo>
                      <a:pt x="775" y="652"/>
                      <a:pt x="918" y="619"/>
                      <a:pt x="1025" y="554"/>
                    </a:cubicBezTo>
                    <a:cubicBezTo>
                      <a:pt x="1239" y="423"/>
                      <a:pt x="1239" y="220"/>
                      <a:pt x="1025" y="89"/>
                    </a:cubicBezTo>
                    <a:cubicBezTo>
                      <a:pt x="912" y="30"/>
                      <a:pt x="766" y="0"/>
                      <a:pt x="6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61"/>
              <p:cNvSpPr/>
              <p:nvPr/>
            </p:nvSpPr>
            <p:spPr>
              <a:xfrm>
                <a:off x="1436150" y="2663026"/>
                <a:ext cx="4380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82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24" y="226"/>
                      <a:pt x="36" y="310"/>
                      <a:pt x="48" y="381"/>
                    </a:cubicBezTo>
                    <a:lnTo>
                      <a:pt x="310" y="226"/>
                    </a:lnTo>
                    <a:cubicBezTo>
                      <a:pt x="298" y="155"/>
                      <a:pt x="286" y="72"/>
                      <a:pt x="262" y="0"/>
                    </a:cubicBezTo>
                    <a:close/>
                  </a:path>
                </a:pathLst>
              </a:custGeom>
              <a:solidFill>
                <a:srgbClr val="003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61"/>
              <p:cNvSpPr/>
              <p:nvPr/>
            </p:nvSpPr>
            <p:spPr>
              <a:xfrm>
                <a:off x="1436814" y="2666219"/>
                <a:ext cx="3885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82" extrusionOk="0">
                    <a:moveTo>
                      <a:pt x="263" y="0"/>
                    </a:moveTo>
                    <a:lnTo>
                      <a:pt x="1" y="155"/>
                    </a:lnTo>
                    <a:cubicBezTo>
                      <a:pt x="13" y="227"/>
                      <a:pt x="13" y="310"/>
                      <a:pt x="13" y="381"/>
                    </a:cubicBezTo>
                    <a:lnTo>
                      <a:pt x="275" y="227"/>
                    </a:lnTo>
                    <a:cubicBezTo>
                      <a:pt x="275" y="155"/>
                      <a:pt x="275" y="84"/>
                      <a:pt x="263" y="0"/>
                    </a:cubicBezTo>
                    <a:close/>
                  </a:path>
                </a:pathLst>
              </a:custGeom>
              <a:solidFill>
                <a:srgbClr val="0020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61"/>
              <p:cNvSpPr/>
              <p:nvPr/>
            </p:nvSpPr>
            <p:spPr>
              <a:xfrm>
                <a:off x="1433960" y="2669412"/>
                <a:ext cx="6739" cy="792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1" extrusionOk="0">
                    <a:moveTo>
                      <a:pt x="477" y="1"/>
                    </a:moveTo>
                    <a:lnTo>
                      <a:pt x="215" y="155"/>
                    </a:lnTo>
                    <a:cubicBezTo>
                      <a:pt x="203" y="335"/>
                      <a:pt x="139" y="473"/>
                      <a:pt x="22" y="548"/>
                    </a:cubicBezTo>
                    <a:lnTo>
                      <a:pt x="22" y="548"/>
                    </a:lnTo>
                    <a:lnTo>
                      <a:pt x="262" y="405"/>
                    </a:lnTo>
                    <a:cubicBezTo>
                      <a:pt x="393" y="334"/>
                      <a:pt x="465" y="191"/>
                      <a:pt x="477" y="1"/>
                    </a:cubicBezTo>
                    <a:close/>
                    <a:moveTo>
                      <a:pt x="22" y="548"/>
                    </a:moveTo>
                    <a:lnTo>
                      <a:pt x="0" y="560"/>
                    </a:lnTo>
                    <a:cubicBezTo>
                      <a:pt x="8" y="556"/>
                      <a:pt x="15" y="552"/>
                      <a:pt x="22" y="548"/>
                    </a:cubicBezTo>
                    <a:close/>
                  </a:path>
                </a:pathLst>
              </a:custGeom>
              <a:solidFill>
                <a:srgbClr val="000B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61"/>
              <p:cNvSpPr/>
              <p:nvPr/>
            </p:nvSpPr>
            <p:spPr>
              <a:xfrm>
                <a:off x="1395265" y="2577073"/>
                <a:ext cx="7247" cy="3037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15" extrusionOk="0">
                    <a:moveTo>
                      <a:pt x="513" y="0"/>
                    </a:moveTo>
                    <a:cubicBezTo>
                      <a:pt x="418" y="0"/>
                      <a:pt x="334" y="12"/>
                      <a:pt x="263" y="60"/>
                    </a:cubicBezTo>
                    <a:lnTo>
                      <a:pt x="39" y="192"/>
                    </a:lnTo>
                    <a:lnTo>
                      <a:pt x="39" y="192"/>
                    </a:lnTo>
                    <a:cubicBezTo>
                      <a:pt x="88" y="166"/>
                      <a:pt x="143" y="152"/>
                      <a:pt x="203" y="152"/>
                    </a:cubicBezTo>
                    <a:cubicBezTo>
                      <a:pt x="219" y="152"/>
                      <a:pt x="235" y="153"/>
                      <a:pt x="251" y="155"/>
                    </a:cubicBezTo>
                    <a:lnTo>
                      <a:pt x="513" y="0"/>
                    </a:lnTo>
                    <a:close/>
                    <a:moveTo>
                      <a:pt x="39" y="192"/>
                    </a:moveTo>
                    <a:cubicBezTo>
                      <a:pt x="26" y="199"/>
                      <a:pt x="13" y="206"/>
                      <a:pt x="1" y="214"/>
                    </a:cubicBezTo>
                    <a:lnTo>
                      <a:pt x="39" y="192"/>
                    </a:ln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61"/>
              <p:cNvSpPr/>
              <p:nvPr/>
            </p:nvSpPr>
            <p:spPr>
              <a:xfrm>
                <a:off x="1398811" y="2577073"/>
                <a:ext cx="6908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91" extrusionOk="0">
                    <a:moveTo>
                      <a:pt x="262" y="0"/>
                    </a:moveTo>
                    <a:lnTo>
                      <a:pt x="0" y="155"/>
                    </a:lnTo>
                    <a:lnTo>
                      <a:pt x="12" y="155"/>
                    </a:lnTo>
                    <a:cubicBezTo>
                      <a:pt x="83" y="155"/>
                      <a:pt x="155" y="167"/>
                      <a:pt x="226" y="191"/>
                    </a:cubicBezTo>
                    <a:lnTo>
                      <a:pt x="488" y="48"/>
                    </a:lnTo>
                    <a:cubicBezTo>
                      <a:pt x="417" y="24"/>
                      <a:pt x="345" y="0"/>
                      <a:pt x="274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61"/>
              <p:cNvSpPr/>
              <p:nvPr/>
            </p:nvSpPr>
            <p:spPr>
              <a:xfrm>
                <a:off x="1402004" y="2577737"/>
                <a:ext cx="5891" cy="320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27" extrusionOk="0">
                    <a:moveTo>
                      <a:pt x="262" y="1"/>
                    </a:moveTo>
                    <a:lnTo>
                      <a:pt x="0" y="156"/>
                    </a:lnTo>
                    <a:cubicBezTo>
                      <a:pt x="48" y="167"/>
                      <a:pt x="107" y="191"/>
                      <a:pt x="155" y="227"/>
                    </a:cubicBezTo>
                    <a:lnTo>
                      <a:pt x="417" y="72"/>
                    </a:lnTo>
                    <a:cubicBezTo>
                      <a:pt x="369" y="48"/>
                      <a:pt x="310" y="13"/>
                      <a:pt x="262" y="1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61"/>
              <p:cNvSpPr/>
              <p:nvPr/>
            </p:nvSpPr>
            <p:spPr>
              <a:xfrm>
                <a:off x="1415453" y="2593546"/>
                <a:ext cx="24412" cy="71683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5074" extrusionOk="0">
                    <a:moveTo>
                      <a:pt x="263" y="1"/>
                    </a:moveTo>
                    <a:lnTo>
                      <a:pt x="1" y="156"/>
                    </a:lnTo>
                    <a:lnTo>
                      <a:pt x="1465" y="5073"/>
                    </a:lnTo>
                    <a:lnTo>
                      <a:pt x="1727" y="4918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61"/>
              <p:cNvSpPr/>
              <p:nvPr/>
            </p:nvSpPr>
            <p:spPr>
              <a:xfrm>
                <a:off x="1404193" y="2578754"/>
                <a:ext cx="14975" cy="16995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203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333" y="345"/>
                      <a:pt x="655" y="750"/>
                      <a:pt x="798" y="1203"/>
                    </a:cubicBezTo>
                    <a:lnTo>
                      <a:pt x="1060" y="1048"/>
                    </a:lnTo>
                    <a:cubicBezTo>
                      <a:pt x="917" y="596"/>
                      <a:pt x="595" y="191"/>
                      <a:pt x="262" y="0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61"/>
              <p:cNvSpPr/>
              <p:nvPr/>
            </p:nvSpPr>
            <p:spPr>
              <a:xfrm>
                <a:off x="1404193" y="2578754"/>
                <a:ext cx="4719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03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24" y="167"/>
                      <a:pt x="48" y="179"/>
                      <a:pt x="71" y="203"/>
                    </a:cubicBezTo>
                    <a:lnTo>
                      <a:pt x="333" y="48"/>
                    </a:lnTo>
                    <a:cubicBezTo>
                      <a:pt x="310" y="24"/>
                      <a:pt x="286" y="12"/>
                      <a:pt x="262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61"/>
              <p:cNvSpPr/>
              <p:nvPr/>
            </p:nvSpPr>
            <p:spPr>
              <a:xfrm>
                <a:off x="1405196" y="2579418"/>
                <a:ext cx="13803" cy="15992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132" extrusionOk="0">
                    <a:moveTo>
                      <a:pt x="262" y="1"/>
                    </a:moveTo>
                    <a:lnTo>
                      <a:pt x="0" y="156"/>
                    </a:lnTo>
                    <a:cubicBezTo>
                      <a:pt x="298" y="358"/>
                      <a:pt x="584" y="715"/>
                      <a:pt x="715" y="1132"/>
                    </a:cubicBezTo>
                    <a:lnTo>
                      <a:pt x="977" y="977"/>
                    </a:lnTo>
                    <a:cubicBezTo>
                      <a:pt x="846" y="572"/>
                      <a:pt x="560" y="203"/>
                      <a:pt x="262" y="1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61"/>
              <p:cNvSpPr/>
              <p:nvPr/>
            </p:nvSpPr>
            <p:spPr>
              <a:xfrm>
                <a:off x="1415284" y="2593221"/>
                <a:ext cx="3885" cy="2529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79" extrusionOk="0">
                    <a:moveTo>
                      <a:pt x="263" y="0"/>
                    </a:moveTo>
                    <a:lnTo>
                      <a:pt x="1" y="155"/>
                    </a:lnTo>
                    <a:lnTo>
                      <a:pt x="13" y="179"/>
                    </a:lnTo>
                    <a:lnTo>
                      <a:pt x="275" y="24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61"/>
              <p:cNvSpPr/>
              <p:nvPr/>
            </p:nvSpPr>
            <p:spPr>
              <a:xfrm>
                <a:off x="1389948" y="2579247"/>
                <a:ext cx="50774" cy="98765"/>
              </a:xfrm>
              <a:custGeom>
                <a:avLst/>
                <a:gdLst/>
                <a:ahLst/>
                <a:cxnLst/>
                <a:rect l="l" t="t" r="r" b="b"/>
                <a:pathLst>
                  <a:path w="3433" h="6991" extrusionOk="0">
                    <a:moveTo>
                      <a:pt x="608" y="0"/>
                    </a:moveTo>
                    <a:cubicBezTo>
                      <a:pt x="189" y="0"/>
                      <a:pt x="1" y="480"/>
                      <a:pt x="198" y="1096"/>
                    </a:cubicBezTo>
                    <a:lnTo>
                      <a:pt x="1925" y="6014"/>
                    </a:lnTo>
                    <a:cubicBezTo>
                      <a:pt x="2056" y="6395"/>
                      <a:pt x="2318" y="6728"/>
                      <a:pt x="2592" y="6895"/>
                    </a:cubicBezTo>
                    <a:cubicBezTo>
                      <a:pt x="2699" y="6954"/>
                      <a:pt x="2806" y="6990"/>
                      <a:pt x="2901" y="6990"/>
                    </a:cubicBezTo>
                    <a:cubicBezTo>
                      <a:pt x="2911" y="6991"/>
                      <a:pt x="2921" y="6991"/>
                      <a:pt x="2931" y="6991"/>
                    </a:cubicBezTo>
                    <a:cubicBezTo>
                      <a:pt x="3279" y="6991"/>
                      <a:pt x="3432" y="6583"/>
                      <a:pt x="3270" y="6073"/>
                    </a:cubicBezTo>
                    <a:lnTo>
                      <a:pt x="1806" y="1168"/>
                    </a:lnTo>
                    <a:cubicBezTo>
                      <a:pt x="1663" y="715"/>
                      <a:pt x="1341" y="310"/>
                      <a:pt x="1008" y="120"/>
                    </a:cubicBezTo>
                    <a:cubicBezTo>
                      <a:pt x="889" y="49"/>
                      <a:pt x="758" y="1"/>
                      <a:pt x="639" y="1"/>
                    </a:cubicBezTo>
                    <a:cubicBezTo>
                      <a:pt x="629" y="0"/>
                      <a:pt x="618" y="0"/>
                      <a:pt x="608" y="0"/>
                    </a:cubicBezTo>
                    <a:close/>
                  </a:path>
                </a:pathLst>
              </a:custGeom>
              <a:solidFill>
                <a:srgbClr val="002F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61"/>
              <p:cNvSpPr/>
              <p:nvPr/>
            </p:nvSpPr>
            <p:spPr>
              <a:xfrm>
                <a:off x="1416795" y="2665216"/>
                <a:ext cx="43922" cy="76500"/>
              </a:xfrm>
              <a:custGeom>
                <a:avLst/>
                <a:gdLst/>
                <a:ahLst/>
                <a:cxnLst/>
                <a:rect l="l" t="t" r="r" b="b"/>
                <a:pathLst>
                  <a:path w="3109" h="5415" extrusionOk="0">
                    <a:moveTo>
                      <a:pt x="1" y="464"/>
                    </a:moveTo>
                    <a:lnTo>
                      <a:pt x="1" y="464"/>
                    </a:lnTo>
                    <a:cubicBezTo>
                      <a:pt x="2" y="467"/>
                      <a:pt x="3" y="469"/>
                      <a:pt x="4" y="472"/>
                    </a:cubicBezTo>
                    <a:lnTo>
                      <a:pt x="4" y="472"/>
                    </a:lnTo>
                    <a:lnTo>
                      <a:pt x="1" y="464"/>
                    </a:lnTo>
                    <a:close/>
                    <a:moveTo>
                      <a:pt x="1192" y="0"/>
                    </a:moveTo>
                    <a:cubicBezTo>
                      <a:pt x="1227" y="95"/>
                      <a:pt x="1204" y="202"/>
                      <a:pt x="1108" y="310"/>
                    </a:cubicBezTo>
                    <a:cubicBezTo>
                      <a:pt x="952" y="508"/>
                      <a:pt x="648" y="652"/>
                      <a:pt x="383" y="652"/>
                    </a:cubicBezTo>
                    <a:cubicBezTo>
                      <a:pt x="346" y="652"/>
                      <a:pt x="310" y="649"/>
                      <a:pt x="275" y="643"/>
                    </a:cubicBezTo>
                    <a:cubicBezTo>
                      <a:pt x="136" y="620"/>
                      <a:pt x="42" y="563"/>
                      <a:pt x="4" y="472"/>
                    </a:cubicBezTo>
                    <a:lnTo>
                      <a:pt x="4" y="472"/>
                    </a:lnTo>
                    <a:lnTo>
                      <a:pt x="1882" y="5227"/>
                    </a:lnTo>
                    <a:cubicBezTo>
                      <a:pt x="1918" y="5322"/>
                      <a:pt x="2013" y="5382"/>
                      <a:pt x="2156" y="5405"/>
                    </a:cubicBezTo>
                    <a:cubicBezTo>
                      <a:pt x="2191" y="5411"/>
                      <a:pt x="2227" y="5414"/>
                      <a:pt x="2265" y="5414"/>
                    </a:cubicBezTo>
                    <a:cubicBezTo>
                      <a:pt x="2532" y="5414"/>
                      <a:pt x="2845" y="5271"/>
                      <a:pt x="3001" y="5072"/>
                    </a:cubicBezTo>
                    <a:cubicBezTo>
                      <a:pt x="3085" y="4965"/>
                      <a:pt x="3109" y="4846"/>
                      <a:pt x="3073" y="4762"/>
                    </a:cubicBezTo>
                    <a:lnTo>
                      <a:pt x="1192" y="0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61"/>
              <p:cNvSpPr/>
              <p:nvPr/>
            </p:nvSpPr>
            <p:spPr>
              <a:xfrm>
                <a:off x="1415284" y="2662602"/>
                <a:ext cx="19694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837" extrusionOk="0">
                    <a:moveTo>
                      <a:pt x="934" y="1"/>
                    </a:moveTo>
                    <a:cubicBezTo>
                      <a:pt x="663" y="1"/>
                      <a:pt x="340" y="137"/>
                      <a:pt x="179" y="340"/>
                    </a:cubicBezTo>
                    <a:cubicBezTo>
                      <a:pt x="1" y="566"/>
                      <a:pt x="96" y="792"/>
                      <a:pt x="382" y="828"/>
                    </a:cubicBezTo>
                    <a:cubicBezTo>
                      <a:pt x="417" y="834"/>
                      <a:pt x="453" y="837"/>
                      <a:pt x="490" y="837"/>
                    </a:cubicBezTo>
                    <a:cubicBezTo>
                      <a:pt x="755" y="837"/>
                      <a:pt x="1059" y="693"/>
                      <a:pt x="1215" y="495"/>
                    </a:cubicBezTo>
                    <a:cubicBezTo>
                      <a:pt x="1394" y="268"/>
                      <a:pt x="1311" y="54"/>
                      <a:pt x="1025" y="6"/>
                    </a:cubicBezTo>
                    <a:cubicBezTo>
                      <a:pt x="995" y="3"/>
                      <a:pt x="965" y="1"/>
                      <a:pt x="9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61"/>
              <p:cNvSpPr/>
              <p:nvPr/>
            </p:nvSpPr>
            <p:spPr>
              <a:xfrm>
                <a:off x="1300228" y="2352344"/>
                <a:ext cx="167383" cy="97409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6895" extrusionOk="0">
                    <a:moveTo>
                      <a:pt x="11848" y="0"/>
                    </a:moveTo>
                    <a:lnTo>
                      <a:pt x="11848" y="0"/>
                    </a:lnTo>
                    <a:cubicBezTo>
                      <a:pt x="11804" y="22"/>
                      <a:pt x="11761" y="48"/>
                      <a:pt x="11717" y="76"/>
                    </a:cubicBezTo>
                    <a:lnTo>
                      <a:pt x="11717" y="76"/>
                    </a:lnTo>
                    <a:lnTo>
                      <a:pt x="11848" y="0"/>
                    </a:lnTo>
                    <a:close/>
                    <a:moveTo>
                      <a:pt x="11717" y="76"/>
                    </a:moveTo>
                    <a:lnTo>
                      <a:pt x="227" y="6751"/>
                    </a:lnTo>
                    <a:cubicBezTo>
                      <a:pt x="156" y="6799"/>
                      <a:pt x="72" y="6847"/>
                      <a:pt x="1" y="6894"/>
                    </a:cubicBezTo>
                    <a:lnTo>
                      <a:pt x="11633" y="131"/>
                    </a:lnTo>
                    <a:cubicBezTo>
                      <a:pt x="11661" y="113"/>
                      <a:pt x="11689" y="94"/>
                      <a:pt x="11717" y="7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61"/>
              <p:cNvSpPr/>
              <p:nvPr/>
            </p:nvSpPr>
            <p:spPr>
              <a:xfrm>
                <a:off x="1284758" y="2354195"/>
                <a:ext cx="179829" cy="114729"/>
              </a:xfrm>
              <a:custGeom>
                <a:avLst/>
                <a:gdLst/>
                <a:ahLst/>
                <a:cxnLst/>
                <a:rect l="l" t="t" r="r" b="b"/>
                <a:pathLst>
                  <a:path w="12729" h="8121" extrusionOk="0">
                    <a:moveTo>
                      <a:pt x="12728" y="0"/>
                    </a:moveTo>
                    <a:lnTo>
                      <a:pt x="1108" y="6763"/>
                    </a:lnTo>
                    <a:cubicBezTo>
                      <a:pt x="620" y="7097"/>
                      <a:pt x="263" y="7561"/>
                      <a:pt x="1" y="8120"/>
                    </a:cubicBezTo>
                    <a:lnTo>
                      <a:pt x="11621" y="1370"/>
                    </a:lnTo>
                    <a:cubicBezTo>
                      <a:pt x="11883" y="798"/>
                      <a:pt x="12252" y="334"/>
                      <a:pt x="12728" y="0"/>
                    </a:cubicBez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61"/>
              <p:cNvSpPr/>
              <p:nvPr/>
            </p:nvSpPr>
            <p:spPr>
              <a:xfrm>
                <a:off x="1272989" y="2373536"/>
                <a:ext cx="188899" cy="202532"/>
              </a:xfrm>
              <a:custGeom>
                <a:avLst/>
                <a:gdLst/>
                <a:ahLst/>
                <a:cxnLst/>
                <a:rect l="l" t="t" r="r" b="b"/>
                <a:pathLst>
                  <a:path w="13371" h="14336" extrusionOk="0">
                    <a:moveTo>
                      <a:pt x="12454" y="1"/>
                    </a:moveTo>
                    <a:lnTo>
                      <a:pt x="834" y="6751"/>
                    </a:lnTo>
                    <a:cubicBezTo>
                      <a:pt x="0" y="8573"/>
                      <a:pt x="286" y="11454"/>
                      <a:pt x="1750" y="14336"/>
                    </a:cubicBezTo>
                    <a:lnTo>
                      <a:pt x="13371" y="7585"/>
                    </a:lnTo>
                    <a:cubicBezTo>
                      <a:pt x="11906" y="4704"/>
                      <a:pt x="11621" y="1822"/>
                      <a:pt x="12454" y="1"/>
                    </a:cubicBez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61"/>
              <p:cNvSpPr/>
              <p:nvPr/>
            </p:nvSpPr>
            <p:spPr>
              <a:xfrm>
                <a:off x="1306967" y="2494878"/>
                <a:ext cx="22378" cy="8363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592" extrusionOk="0">
                    <a:moveTo>
                      <a:pt x="1051" y="1"/>
                    </a:moveTo>
                    <a:cubicBezTo>
                      <a:pt x="939" y="1"/>
                      <a:pt x="837" y="26"/>
                      <a:pt x="750" y="79"/>
                    </a:cubicBezTo>
                    <a:lnTo>
                      <a:pt x="0" y="508"/>
                    </a:lnTo>
                    <a:cubicBezTo>
                      <a:pt x="93" y="459"/>
                      <a:pt x="198" y="434"/>
                      <a:pt x="310" y="434"/>
                    </a:cubicBezTo>
                    <a:cubicBezTo>
                      <a:pt x="472" y="434"/>
                      <a:pt x="651" y="486"/>
                      <a:pt x="834" y="591"/>
                    </a:cubicBezTo>
                    <a:lnTo>
                      <a:pt x="1584" y="163"/>
                    </a:lnTo>
                    <a:cubicBezTo>
                      <a:pt x="1399" y="56"/>
                      <a:pt x="1215" y="1"/>
                      <a:pt x="1051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61"/>
              <p:cNvSpPr/>
              <p:nvPr/>
            </p:nvSpPr>
            <p:spPr>
              <a:xfrm>
                <a:off x="1318735" y="2497167"/>
                <a:ext cx="17179" cy="11627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823" extrusionOk="0">
                    <a:moveTo>
                      <a:pt x="751" y="1"/>
                    </a:moveTo>
                    <a:lnTo>
                      <a:pt x="1" y="429"/>
                    </a:lnTo>
                    <a:cubicBezTo>
                      <a:pt x="155" y="525"/>
                      <a:pt x="322" y="656"/>
                      <a:pt x="465" y="822"/>
                    </a:cubicBezTo>
                    <a:lnTo>
                      <a:pt x="1215" y="382"/>
                    </a:lnTo>
                    <a:cubicBezTo>
                      <a:pt x="1060" y="215"/>
                      <a:pt x="906" y="84"/>
                      <a:pt x="751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61"/>
              <p:cNvSpPr/>
              <p:nvPr/>
            </p:nvSpPr>
            <p:spPr>
              <a:xfrm>
                <a:off x="1325290" y="2502550"/>
                <a:ext cx="88834" cy="111706"/>
              </a:xfrm>
              <a:custGeom>
                <a:avLst/>
                <a:gdLst/>
                <a:ahLst/>
                <a:cxnLst/>
                <a:rect l="l" t="t" r="r" b="b"/>
                <a:pathLst>
                  <a:path w="6288" h="7907" extrusionOk="0">
                    <a:moveTo>
                      <a:pt x="751" y="1"/>
                    </a:moveTo>
                    <a:lnTo>
                      <a:pt x="1" y="441"/>
                    </a:lnTo>
                    <a:cubicBezTo>
                      <a:pt x="215" y="679"/>
                      <a:pt x="4180" y="5311"/>
                      <a:pt x="4906" y="6120"/>
                    </a:cubicBezTo>
                    <a:cubicBezTo>
                      <a:pt x="5335" y="6609"/>
                      <a:pt x="5537" y="7311"/>
                      <a:pt x="5347" y="7704"/>
                    </a:cubicBezTo>
                    <a:cubicBezTo>
                      <a:pt x="5299" y="7799"/>
                      <a:pt x="5240" y="7859"/>
                      <a:pt x="5168" y="7906"/>
                    </a:cubicBezTo>
                    <a:lnTo>
                      <a:pt x="5918" y="7466"/>
                    </a:lnTo>
                    <a:cubicBezTo>
                      <a:pt x="5990" y="7430"/>
                      <a:pt x="6049" y="7359"/>
                      <a:pt x="6097" y="7275"/>
                    </a:cubicBezTo>
                    <a:cubicBezTo>
                      <a:pt x="6287" y="6882"/>
                      <a:pt x="6085" y="6180"/>
                      <a:pt x="5645" y="5692"/>
                    </a:cubicBezTo>
                    <a:cubicBezTo>
                      <a:pt x="4930" y="4882"/>
                      <a:pt x="965" y="251"/>
                      <a:pt x="751" y="1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61"/>
              <p:cNvSpPr/>
              <p:nvPr/>
            </p:nvSpPr>
            <p:spPr>
              <a:xfrm>
                <a:off x="1299903" y="2501052"/>
                <a:ext cx="103625" cy="113995"/>
              </a:xfrm>
              <a:custGeom>
                <a:avLst/>
                <a:gdLst/>
                <a:ahLst/>
                <a:cxnLst/>
                <a:rect l="l" t="t" r="r" b="b"/>
                <a:pathLst>
                  <a:path w="7335" h="8069" extrusionOk="0">
                    <a:moveTo>
                      <a:pt x="808" y="0"/>
                    </a:moveTo>
                    <a:cubicBezTo>
                      <a:pt x="572" y="0"/>
                      <a:pt x="375" y="112"/>
                      <a:pt x="262" y="345"/>
                    </a:cubicBezTo>
                    <a:cubicBezTo>
                      <a:pt x="0" y="869"/>
                      <a:pt x="262" y="1821"/>
                      <a:pt x="857" y="2452"/>
                    </a:cubicBezTo>
                    <a:cubicBezTo>
                      <a:pt x="1072" y="2678"/>
                      <a:pt x="5251" y="6893"/>
                      <a:pt x="5989" y="7667"/>
                    </a:cubicBezTo>
                    <a:cubicBezTo>
                      <a:pt x="6096" y="7786"/>
                      <a:pt x="6215" y="7881"/>
                      <a:pt x="6334" y="7941"/>
                    </a:cubicBezTo>
                    <a:cubicBezTo>
                      <a:pt x="6478" y="8025"/>
                      <a:pt x="6618" y="8068"/>
                      <a:pt x="6742" y="8068"/>
                    </a:cubicBezTo>
                    <a:cubicBezTo>
                      <a:pt x="6916" y="8068"/>
                      <a:pt x="7060" y="7984"/>
                      <a:pt x="7144" y="7810"/>
                    </a:cubicBezTo>
                    <a:cubicBezTo>
                      <a:pt x="7334" y="7417"/>
                      <a:pt x="7132" y="6715"/>
                      <a:pt x="6703" y="6226"/>
                    </a:cubicBezTo>
                    <a:cubicBezTo>
                      <a:pt x="5977" y="5417"/>
                      <a:pt x="2012" y="785"/>
                      <a:pt x="1798" y="547"/>
                    </a:cubicBezTo>
                    <a:cubicBezTo>
                      <a:pt x="1655" y="381"/>
                      <a:pt x="1488" y="250"/>
                      <a:pt x="1334" y="154"/>
                    </a:cubicBezTo>
                    <a:cubicBezTo>
                      <a:pt x="1150" y="53"/>
                      <a:pt x="969" y="0"/>
                      <a:pt x="808" y="0"/>
                    </a:cubicBezTo>
                    <a:close/>
                  </a:path>
                </a:pathLst>
              </a:custGeom>
              <a:solidFill>
                <a:srgbClr val="003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61"/>
              <p:cNvSpPr/>
              <p:nvPr/>
            </p:nvSpPr>
            <p:spPr>
              <a:xfrm>
                <a:off x="1420497" y="2671941"/>
                <a:ext cx="4394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311" h="382" extrusionOk="0">
                    <a:moveTo>
                      <a:pt x="263" y="0"/>
                    </a:moveTo>
                    <a:lnTo>
                      <a:pt x="1" y="155"/>
                    </a:lnTo>
                    <a:cubicBezTo>
                      <a:pt x="25" y="238"/>
                      <a:pt x="37" y="310"/>
                      <a:pt x="49" y="381"/>
                    </a:cubicBezTo>
                    <a:lnTo>
                      <a:pt x="310" y="226"/>
                    </a:lnTo>
                    <a:cubicBezTo>
                      <a:pt x="299" y="155"/>
                      <a:pt x="287" y="84"/>
                      <a:pt x="263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61"/>
              <p:cNvSpPr/>
              <p:nvPr/>
            </p:nvSpPr>
            <p:spPr>
              <a:xfrm>
                <a:off x="1421175" y="2675303"/>
                <a:ext cx="4055" cy="5227"/>
              </a:xfrm>
              <a:custGeom>
                <a:avLst/>
                <a:gdLst/>
                <a:ahLst/>
                <a:cxnLst/>
                <a:rect l="l" t="t" r="r" b="b"/>
                <a:pathLst>
                  <a:path w="287" h="370" extrusionOk="0">
                    <a:moveTo>
                      <a:pt x="262" y="0"/>
                    </a:moveTo>
                    <a:lnTo>
                      <a:pt x="1" y="143"/>
                    </a:lnTo>
                    <a:cubicBezTo>
                      <a:pt x="12" y="227"/>
                      <a:pt x="24" y="298"/>
                      <a:pt x="12" y="369"/>
                    </a:cubicBezTo>
                    <a:lnTo>
                      <a:pt x="274" y="227"/>
                    </a:lnTo>
                    <a:cubicBezTo>
                      <a:pt x="286" y="155"/>
                      <a:pt x="274" y="72"/>
                      <a:pt x="262" y="0"/>
                    </a:cubicBezTo>
                    <a:close/>
                  </a:path>
                </a:pathLst>
              </a:custGeom>
              <a:solidFill>
                <a:srgbClr val="0020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61"/>
              <p:cNvSpPr/>
              <p:nvPr/>
            </p:nvSpPr>
            <p:spPr>
              <a:xfrm>
                <a:off x="1418321" y="2678496"/>
                <a:ext cx="6739" cy="792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1" extrusionOk="0">
                    <a:moveTo>
                      <a:pt x="476" y="1"/>
                    </a:moveTo>
                    <a:lnTo>
                      <a:pt x="214" y="143"/>
                    </a:lnTo>
                    <a:cubicBezTo>
                      <a:pt x="203" y="324"/>
                      <a:pt x="138" y="473"/>
                      <a:pt x="20" y="549"/>
                    </a:cubicBezTo>
                    <a:lnTo>
                      <a:pt x="20" y="549"/>
                    </a:lnTo>
                    <a:lnTo>
                      <a:pt x="262" y="405"/>
                    </a:lnTo>
                    <a:cubicBezTo>
                      <a:pt x="393" y="334"/>
                      <a:pt x="464" y="191"/>
                      <a:pt x="476" y="1"/>
                    </a:cubicBezTo>
                    <a:close/>
                    <a:moveTo>
                      <a:pt x="20" y="549"/>
                    </a:moveTo>
                    <a:lnTo>
                      <a:pt x="0" y="560"/>
                    </a:lnTo>
                    <a:cubicBezTo>
                      <a:pt x="7" y="557"/>
                      <a:pt x="13" y="553"/>
                      <a:pt x="20" y="549"/>
                    </a:cubicBezTo>
                    <a:close/>
                  </a:path>
                </a:pathLst>
              </a:custGeom>
              <a:solidFill>
                <a:srgbClr val="000B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61"/>
              <p:cNvSpPr/>
              <p:nvPr/>
            </p:nvSpPr>
            <p:spPr>
              <a:xfrm>
                <a:off x="1379625" y="2586115"/>
                <a:ext cx="7247" cy="291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06" extrusionOk="0">
                    <a:moveTo>
                      <a:pt x="465" y="0"/>
                    </a:moveTo>
                    <a:cubicBezTo>
                      <a:pt x="389" y="0"/>
                      <a:pt x="322" y="23"/>
                      <a:pt x="263" y="63"/>
                    </a:cubicBezTo>
                    <a:lnTo>
                      <a:pt x="1" y="205"/>
                    </a:lnTo>
                    <a:cubicBezTo>
                      <a:pt x="72" y="170"/>
                      <a:pt x="155" y="146"/>
                      <a:pt x="251" y="146"/>
                    </a:cubicBezTo>
                    <a:lnTo>
                      <a:pt x="513" y="3"/>
                    </a:lnTo>
                    <a:cubicBezTo>
                      <a:pt x="496" y="1"/>
                      <a:pt x="480" y="0"/>
                      <a:pt x="465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61"/>
              <p:cNvSpPr/>
              <p:nvPr/>
            </p:nvSpPr>
            <p:spPr>
              <a:xfrm>
                <a:off x="1383157" y="2586157"/>
                <a:ext cx="6908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91" extrusionOk="0">
                    <a:moveTo>
                      <a:pt x="263" y="0"/>
                    </a:moveTo>
                    <a:lnTo>
                      <a:pt x="1" y="143"/>
                    </a:lnTo>
                    <a:lnTo>
                      <a:pt x="13" y="143"/>
                    </a:lnTo>
                    <a:cubicBezTo>
                      <a:pt x="84" y="155"/>
                      <a:pt x="156" y="167"/>
                      <a:pt x="227" y="191"/>
                    </a:cubicBezTo>
                    <a:lnTo>
                      <a:pt x="489" y="36"/>
                    </a:lnTo>
                    <a:cubicBezTo>
                      <a:pt x="417" y="12"/>
                      <a:pt x="346" y="0"/>
                      <a:pt x="275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61"/>
              <p:cNvSpPr/>
              <p:nvPr/>
            </p:nvSpPr>
            <p:spPr>
              <a:xfrm>
                <a:off x="1386350" y="2586652"/>
                <a:ext cx="5905" cy="3221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28" extrusionOk="0">
                    <a:moveTo>
                      <a:pt x="263" y="1"/>
                    </a:moveTo>
                    <a:lnTo>
                      <a:pt x="1" y="156"/>
                    </a:lnTo>
                    <a:cubicBezTo>
                      <a:pt x="49" y="179"/>
                      <a:pt x="108" y="203"/>
                      <a:pt x="156" y="227"/>
                    </a:cubicBezTo>
                    <a:lnTo>
                      <a:pt x="418" y="84"/>
                    </a:lnTo>
                    <a:cubicBezTo>
                      <a:pt x="370" y="48"/>
                      <a:pt x="311" y="25"/>
                      <a:pt x="263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61"/>
              <p:cNvSpPr/>
              <p:nvPr/>
            </p:nvSpPr>
            <p:spPr>
              <a:xfrm>
                <a:off x="1399814" y="2602630"/>
                <a:ext cx="24398" cy="71513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062" extrusionOk="0">
                    <a:moveTo>
                      <a:pt x="262" y="1"/>
                    </a:moveTo>
                    <a:lnTo>
                      <a:pt x="0" y="156"/>
                    </a:lnTo>
                    <a:lnTo>
                      <a:pt x="1465" y="5061"/>
                    </a:lnTo>
                    <a:lnTo>
                      <a:pt x="1727" y="4906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61"/>
              <p:cNvSpPr/>
              <p:nvPr/>
            </p:nvSpPr>
            <p:spPr>
              <a:xfrm>
                <a:off x="1388540" y="2587839"/>
                <a:ext cx="4733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91" extrusionOk="0">
                    <a:moveTo>
                      <a:pt x="263" y="0"/>
                    </a:moveTo>
                    <a:lnTo>
                      <a:pt x="1" y="143"/>
                    </a:lnTo>
                    <a:cubicBezTo>
                      <a:pt x="25" y="167"/>
                      <a:pt x="48" y="179"/>
                      <a:pt x="72" y="191"/>
                    </a:cubicBezTo>
                    <a:lnTo>
                      <a:pt x="334" y="48"/>
                    </a:lnTo>
                    <a:cubicBezTo>
                      <a:pt x="310" y="24"/>
                      <a:pt x="286" y="12"/>
                      <a:pt x="263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61"/>
              <p:cNvSpPr/>
              <p:nvPr/>
            </p:nvSpPr>
            <p:spPr>
              <a:xfrm>
                <a:off x="1389557" y="2588503"/>
                <a:ext cx="13972" cy="15992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132" extrusionOk="0">
                    <a:moveTo>
                      <a:pt x="262" y="1"/>
                    </a:moveTo>
                    <a:lnTo>
                      <a:pt x="0" y="144"/>
                    </a:lnTo>
                    <a:cubicBezTo>
                      <a:pt x="310" y="346"/>
                      <a:pt x="584" y="715"/>
                      <a:pt x="726" y="1132"/>
                    </a:cubicBezTo>
                    <a:lnTo>
                      <a:pt x="988" y="977"/>
                    </a:lnTo>
                    <a:cubicBezTo>
                      <a:pt x="846" y="560"/>
                      <a:pt x="572" y="203"/>
                      <a:pt x="262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61"/>
              <p:cNvSpPr/>
              <p:nvPr/>
            </p:nvSpPr>
            <p:spPr>
              <a:xfrm>
                <a:off x="1399814" y="2602305"/>
                <a:ext cx="3716" cy="2529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79" extrusionOk="0">
                    <a:moveTo>
                      <a:pt x="262" y="0"/>
                    </a:moveTo>
                    <a:lnTo>
                      <a:pt x="0" y="155"/>
                    </a:lnTo>
                    <a:lnTo>
                      <a:pt x="0" y="179"/>
                    </a:lnTo>
                    <a:lnTo>
                      <a:pt x="262" y="24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61"/>
              <p:cNvSpPr/>
              <p:nvPr/>
            </p:nvSpPr>
            <p:spPr>
              <a:xfrm>
                <a:off x="1374287" y="2588166"/>
                <a:ext cx="50773" cy="9893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7003" extrusionOk="0">
                    <a:moveTo>
                      <a:pt x="625" y="1"/>
                    </a:moveTo>
                    <a:cubicBezTo>
                      <a:pt x="195" y="1"/>
                      <a:pt x="0" y="485"/>
                      <a:pt x="200" y="1096"/>
                    </a:cubicBezTo>
                    <a:lnTo>
                      <a:pt x="1927" y="6026"/>
                    </a:lnTo>
                    <a:cubicBezTo>
                      <a:pt x="2057" y="6407"/>
                      <a:pt x="2319" y="6740"/>
                      <a:pt x="2593" y="6895"/>
                    </a:cubicBezTo>
                    <a:cubicBezTo>
                      <a:pt x="2700" y="6966"/>
                      <a:pt x="2808" y="7002"/>
                      <a:pt x="2903" y="7002"/>
                    </a:cubicBezTo>
                    <a:cubicBezTo>
                      <a:pt x="2908" y="7002"/>
                      <a:pt x="2913" y="7002"/>
                      <a:pt x="2919" y="7002"/>
                    </a:cubicBezTo>
                    <a:cubicBezTo>
                      <a:pt x="3277" y="7002"/>
                      <a:pt x="3436" y="6601"/>
                      <a:pt x="3272" y="6085"/>
                    </a:cubicBezTo>
                    <a:lnTo>
                      <a:pt x="1807" y="1180"/>
                    </a:lnTo>
                    <a:cubicBezTo>
                      <a:pt x="1665" y="715"/>
                      <a:pt x="1343" y="322"/>
                      <a:pt x="1010" y="120"/>
                    </a:cubicBezTo>
                    <a:cubicBezTo>
                      <a:pt x="891" y="49"/>
                      <a:pt x="760" y="13"/>
                      <a:pt x="641" y="1"/>
                    </a:cubicBezTo>
                    <a:cubicBezTo>
                      <a:pt x="635" y="1"/>
                      <a:pt x="630" y="1"/>
                      <a:pt x="625" y="1"/>
                    </a:cubicBezTo>
                    <a:close/>
                  </a:path>
                </a:pathLst>
              </a:custGeom>
              <a:solidFill>
                <a:srgbClr val="003B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61"/>
              <p:cNvSpPr/>
              <p:nvPr/>
            </p:nvSpPr>
            <p:spPr>
              <a:xfrm>
                <a:off x="1360623" y="2473136"/>
                <a:ext cx="22378" cy="8406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595" extrusionOk="0">
                    <a:moveTo>
                      <a:pt x="6" y="508"/>
                    </a:moveTo>
                    <a:cubicBezTo>
                      <a:pt x="4" y="509"/>
                      <a:pt x="2" y="510"/>
                      <a:pt x="0" y="511"/>
                    </a:cubicBezTo>
                    <a:lnTo>
                      <a:pt x="6" y="508"/>
                    </a:lnTo>
                    <a:close/>
                    <a:moveTo>
                      <a:pt x="1061" y="0"/>
                    </a:moveTo>
                    <a:cubicBezTo>
                      <a:pt x="945" y="0"/>
                      <a:pt x="840" y="28"/>
                      <a:pt x="750" y="82"/>
                    </a:cubicBezTo>
                    <a:lnTo>
                      <a:pt x="6" y="508"/>
                    </a:lnTo>
                    <a:lnTo>
                      <a:pt x="6" y="508"/>
                    </a:lnTo>
                    <a:cubicBezTo>
                      <a:pt x="96" y="457"/>
                      <a:pt x="197" y="432"/>
                      <a:pt x="306" y="432"/>
                    </a:cubicBezTo>
                    <a:cubicBezTo>
                      <a:pt x="469" y="432"/>
                      <a:pt x="649" y="488"/>
                      <a:pt x="834" y="594"/>
                    </a:cubicBezTo>
                    <a:lnTo>
                      <a:pt x="1584" y="166"/>
                    </a:lnTo>
                    <a:cubicBezTo>
                      <a:pt x="1403" y="55"/>
                      <a:pt x="1222" y="0"/>
                      <a:pt x="1061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61"/>
              <p:cNvSpPr/>
              <p:nvPr/>
            </p:nvSpPr>
            <p:spPr>
              <a:xfrm>
                <a:off x="1372392" y="2475467"/>
                <a:ext cx="17179" cy="11627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823" extrusionOk="0">
                    <a:moveTo>
                      <a:pt x="751" y="1"/>
                    </a:moveTo>
                    <a:lnTo>
                      <a:pt x="1" y="429"/>
                    </a:lnTo>
                    <a:cubicBezTo>
                      <a:pt x="156" y="525"/>
                      <a:pt x="322" y="656"/>
                      <a:pt x="477" y="822"/>
                    </a:cubicBezTo>
                    <a:lnTo>
                      <a:pt x="1215" y="382"/>
                    </a:lnTo>
                    <a:cubicBezTo>
                      <a:pt x="1072" y="215"/>
                      <a:pt x="906" y="84"/>
                      <a:pt x="751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61"/>
              <p:cNvSpPr/>
              <p:nvPr/>
            </p:nvSpPr>
            <p:spPr>
              <a:xfrm>
                <a:off x="1378961" y="2480850"/>
                <a:ext cx="88820" cy="111706"/>
              </a:xfrm>
              <a:custGeom>
                <a:avLst/>
                <a:gdLst/>
                <a:ahLst/>
                <a:cxnLst/>
                <a:rect l="l" t="t" r="r" b="b"/>
                <a:pathLst>
                  <a:path w="6287" h="7907" extrusionOk="0">
                    <a:moveTo>
                      <a:pt x="750" y="1"/>
                    </a:moveTo>
                    <a:lnTo>
                      <a:pt x="0" y="429"/>
                    </a:lnTo>
                    <a:cubicBezTo>
                      <a:pt x="214" y="679"/>
                      <a:pt x="4179" y="5311"/>
                      <a:pt x="4905" y="6121"/>
                    </a:cubicBezTo>
                    <a:cubicBezTo>
                      <a:pt x="5334" y="6609"/>
                      <a:pt x="5536" y="7311"/>
                      <a:pt x="5346" y="7704"/>
                    </a:cubicBezTo>
                    <a:cubicBezTo>
                      <a:pt x="5298" y="7799"/>
                      <a:pt x="5239" y="7859"/>
                      <a:pt x="5167" y="7907"/>
                    </a:cubicBezTo>
                    <a:lnTo>
                      <a:pt x="5917" y="7466"/>
                    </a:lnTo>
                    <a:cubicBezTo>
                      <a:pt x="5989" y="7430"/>
                      <a:pt x="6048" y="7359"/>
                      <a:pt x="6096" y="7275"/>
                    </a:cubicBezTo>
                    <a:cubicBezTo>
                      <a:pt x="6287" y="6871"/>
                      <a:pt x="6084" y="6180"/>
                      <a:pt x="5644" y="5680"/>
                    </a:cubicBezTo>
                    <a:cubicBezTo>
                      <a:pt x="4929" y="4870"/>
                      <a:pt x="964" y="239"/>
                      <a:pt x="750" y="1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61"/>
              <p:cNvSpPr/>
              <p:nvPr/>
            </p:nvSpPr>
            <p:spPr>
              <a:xfrm>
                <a:off x="1353560" y="2479267"/>
                <a:ext cx="103795" cy="114009"/>
              </a:xfrm>
              <a:custGeom>
                <a:avLst/>
                <a:gdLst/>
                <a:ahLst/>
                <a:cxnLst/>
                <a:rect l="l" t="t" r="r" b="b"/>
                <a:pathLst>
                  <a:path w="7347" h="8070" extrusionOk="0">
                    <a:moveTo>
                      <a:pt x="807" y="0"/>
                    </a:moveTo>
                    <a:cubicBezTo>
                      <a:pt x="572" y="0"/>
                      <a:pt x="375" y="113"/>
                      <a:pt x="262" y="339"/>
                    </a:cubicBezTo>
                    <a:cubicBezTo>
                      <a:pt x="0" y="875"/>
                      <a:pt x="262" y="1815"/>
                      <a:pt x="857" y="2458"/>
                    </a:cubicBezTo>
                    <a:cubicBezTo>
                      <a:pt x="1072" y="2685"/>
                      <a:pt x="5251" y="6887"/>
                      <a:pt x="5989" y="7661"/>
                    </a:cubicBezTo>
                    <a:cubicBezTo>
                      <a:pt x="6096" y="7780"/>
                      <a:pt x="6215" y="7876"/>
                      <a:pt x="6334" y="7947"/>
                    </a:cubicBezTo>
                    <a:cubicBezTo>
                      <a:pt x="6479" y="8027"/>
                      <a:pt x="6620" y="8069"/>
                      <a:pt x="6745" y="8069"/>
                    </a:cubicBezTo>
                    <a:cubicBezTo>
                      <a:pt x="6918" y="8069"/>
                      <a:pt x="7061" y="7989"/>
                      <a:pt x="7144" y="7816"/>
                    </a:cubicBezTo>
                    <a:cubicBezTo>
                      <a:pt x="7346" y="7423"/>
                      <a:pt x="7132" y="6721"/>
                      <a:pt x="6703" y="6233"/>
                    </a:cubicBezTo>
                    <a:cubicBezTo>
                      <a:pt x="5977" y="5423"/>
                      <a:pt x="2012" y="791"/>
                      <a:pt x="1810" y="541"/>
                    </a:cubicBezTo>
                    <a:cubicBezTo>
                      <a:pt x="1655" y="387"/>
                      <a:pt x="1489" y="256"/>
                      <a:pt x="1334" y="160"/>
                    </a:cubicBezTo>
                    <a:cubicBezTo>
                      <a:pt x="1149" y="54"/>
                      <a:pt x="969" y="0"/>
                      <a:pt x="807" y="0"/>
                    </a:cubicBezTo>
                    <a:close/>
                  </a:path>
                </a:pathLst>
              </a:custGeom>
              <a:solidFill>
                <a:srgbClr val="003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61"/>
              <p:cNvSpPr/>
              <p:nvPr/>
            </p:nvSpPr>
            <p:spPr>
              <a:xfrm>
                <a:off x="1474168" y="2650241"/>
                <a:ext cx="4380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82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24" y="227"/>
                      <a:pt x="36" y="310"/>
                      <a:pt x="48" y="381"/>
                    </a:cubicBezTo>
                    <a:lnTo>
                      <a:pt x="310" y="227"/>
                    </a:lnTo>
                    <a:cubicBezTo>
                      <a:pt x="298" y="155"/>
                      <a:pt x="286" y="84"/>
                      <a:pt x="262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61"/>
              <p:cNvSpPr/>
              <p:nvPr/>
            </p:nvSpPr>
            <p:spPr>
              <a:xfrm>
                <a:off x="1474832" y="2653433"/>
                <a:ext cx="4055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287" h="382" extrusionOk="0">
                    <a:moveTo>
                      <a:pt x="263" y="1"/>
                    </a:moveTo>
                    <a:lnTo>
                      <a:pt x="1" y="155"/>
                    </a:lnTo>
                    <a:cubicBezTo>
                      <a:pt x="13" y="239"/>
                      <a:pt x="24" y="310"/>
                      <a:pt x="13" y="382"/>
                    </a:cubicBezTo>
                    <a:lnTo>
                      <a:pt x="274" y="227"/>
                    </a:lnTo>
                    <a:cubicBezTo>
                      <a:pt x="286" y="155"/>
                      <a:pt x="274" y="84"/>
                      <a:pt x="263" y="1"/>
                    </a:cubicBezTo>
                    <a:close/>
                  </a:path>
                </a:pathLst>
              </a:custGeom>
              <a:solidFill>
                <a:srgbClr val="0020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61"/>
              <p:cNvSpPr/>
              <p:nvPr/>
            </p:nvSpPr>
            <p:spPr>
              <a:xfrm>
                <a:off x="1471978" y="2656626"/>
                <a:ext cx="6739" cy="809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73" extrusionOk="0">
                    <a:moveTo>
                      <a:pt x="476" y="1"/>
                    </a:moveTo>
                    <a:lnTo>
                      <a:pt x="215" y="156"/>
                    </a:lnTo>
                    <a:cubicBezTo>
                      <a:pt x="203" y="336"/>
                      <a:pt x="138" y="485"/>
                      <a:pt x="20" y="561"/>
                    </a:cubicBezTo>
                    <a:lnTo>
                      <a:pt x="20" y="561"/>
                    </a:lnTo>
                    <a:lnTo>
                      <a:pt x="262" y="418"/>
                    </a:lnTo>
                    <a:cubicBezTo>
                      <a:pt x="393" y="346"/>
                      <a:pt x="465" y="191"/>
                      <a:pt x="476" y="1"/>
                    </a:cubicBezTo>
                    <a:close/>
                    <a:moveTo>
                      <a:pt x="20" y="561"/>
                    </a:moveTo>
                    <a:lnTo>
                      <a:pt x="0" y="572"/>
                    </a:lnTo>
                    <a:cubicBezTo>
                      <a:pt x="7" y="569"/>
                      <a:pt x="13" y="565"/>
                      <a:pt x="20" y="561"/>
                    </a:cubicBezTo>
                    <a:close/>
                  </a:path>
                </a:pathLst>
              </a:custGeom>
              <a:solidFill>
                <a:srgbClr val="000B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61"/>
              <p:cNvSpPr/>
              <p:nvPr/>
            </p:nvSpPr>
            <p:spPr>
              <a:xfrm>
                <a:off x="1433282" y="2564288"/>
                <a:ext cx="7247" cy="3037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15" extrusionOk="0">
                    <a:moveTo>
                      <a:pt x="513" y="0"/>
                    </a:moveTo>
                    <a:cubicBezTo>
                      <a:pt x="418" y="0"/>
                      <a:pt x="334" y="24"/>
                      <a:pt x="263" y="60"/>
                    </a:cubicBezTo>
                    <a:lnTo>
                      <a:pt x="1" y="215"/>
                    </a:lnTo>
                    <a:cubicBezTo>
                      <a:pt x="72" y="179"/>
                      <a:pt x="156" y="155"/>
                      <a:pt x="251" y="155"/>
                    </a:cubicBezTo>
                    <a:lnTo>
                      <a:pt x="513" y="0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61"/>
              <p:cNvSpPr/>
              <p:nvPr/>
            </p:nvSpPr>
            <p:spPr>
              <a:xfrm>
                <a:off x="1436814" y="2564288"/>
                <a:ext cx="6908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489" h="203" extrusionOk="0">
                    <a:moveTo>
                      <a:pt x="263" y="0"/>
                    </a:moveTo>
                    <a:lnTo>
                      <a:pt x="1" y="155"/>
                    </a:lnTo>
                    <a:lnTo>
                      <a:pt x="13" y="155"/>
                    </a:lnTo>
                    <a:cubicBezTo>
                      <a:pt x="84" y="155"/>
                      <a:pt x="156" y="179"/>
                      <a:pt x="227" y="203"/>
                    </a:cubicBezTo>
                    <a:lnTo>
                      <a:pt x="489" y="48"/>
                    </a:lnTo>
                    <a:cubicBezTo>
                      <a:pt x="418" y="24"/>
                      <a:pt x="346" y="12"/>
                      <a:pt x="275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61"/>
              <p:cNvSpPr/>
              <p:nvPr/>
            </p:nvSpPr>
            <p:spPr>
              <a:xfrm>
                <a:off x="1440021" y="2564952"/>
                <a:ext cx="5891" cy="3221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28" extrusionOk="0">
                    <a:moveTo>
                      <a:pt x="262" y="1"/>
                    </a:moveTo>
                    <a:lnTo>
                      <a:pt x="0" y="156"/>
                    </a:lnTo>
                    <a:cubicBezTo>
                      <a:pt x="48" y="179"/>
                      <a:pt x="107" y="203"/>
                      <a:pt x="155" y="227"/>
                    </a:cubicBezTo>
                    <a:lnTo>
                      <a:pt x="417" y="72"/>
                    </a:lnTo>
                    <a:cubicBezTo>
                      <a:pt x="369" y="49"/>
                      <a:pt x="310" y="25"/>
                      <a:pt x="262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61"/>
              <p:cNvSpPr/>
              <p:nvPr/>
            </p:nvSpPr>
            <p:spPr>
              <a:xfrm>
                <a:off x="1453471" y="2580930"/>
                <a:ext cx="24398" cy="71513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062" extrusionOk="0">
                    <a:moveTo>
                      <a:pt x="262" y="1"/>
                    </a:moveTo>
                    <a:lnTo>
                      <a:pt x="1" y="156"/>
                    </a:lnTo>
                    <a:lnTo>
                      <a:pt x="1465" y="5061"/>
                    </a:lnTo>
                    <a:lnTo>
                      <a:pt x="1727" y="4906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61"/>
              <p:cNvSpPr/>
              <p:nvPr/>
            </p:nvSpPr>
            <p:spPr>
              <a:xfrm>
                <a:off x="1442197" y="2565969"/>
                <a:ext cx="4733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3" extrusionOk="0">
                    <a:moveTo>
                      <a:pt x="263" y="0"/>
                    </a:moveTo>
                    <a:lnTo>
                      <a:pt x="1" y="155"/>
                    </a:lnTo>
                    <a:cubicBezTo>
                      <a:pt x="25" y="167"/>
                      <a:pt x="48" y="191"/>
                      <a:pt x="72" y="203"/>
                    </a:cubicBezTo>
                    <a:lnTo>
                      <a:pt x="334" y="48"/>
                    </a:lnTo>
                    <a:cubicBezTo>
                      <a:pt x="310" y="36"/>
                      <a:pt x="287" y="24"/>
                      <a:pt x="263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61"/>
              <p:cNvSpPr/>
              <p:nvPr/>
            </p:nvSpPr>
            <p:spPr>
              <a:xfrm>
                <a:off x="1443214" y="2566633"/>
                <a:ext cx="13972" cy="1600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133" extrusionOk="0">
                    <a:moveTo>
                      <a:pt x="262" y="1"/>
                    </a:moveTo>
                    <a:lnTo>
                      <a:pt x="0" y="156"/>
                    </a:lnTo>
                    <a:cubicBezTo>
                      <a:pt x="310" y="358"/>
                      <a:pt x="584" y="727"/>
                      <a:pt x="727" y="1132"/>
                    </a:cubicBezTo>
                    <a:lnTo>
                      <a:pt x="988" y="977"/>
                    </a:lnTo>
                    <a:cubicBezTo>
                      <a:pt x="846" y="572"/>
                      <a:pt x="572" y="203"/>
                      <a:pt x="262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61"/>
              <p:cNvSpPr/>
              <p:nvPr/>
            </p:nvSpPr>
            <p:spPr>
              <a:xfrm>
                <a:off x="1453471" y="2580436"/>
                <a:ext cx="3716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91" extrusionOk="0">
                    <a:moveTo>
                      <a:pt x="262" y="0"/>
                    </a:moveTo>
                    <a:lnTo>
                      <a:pt x="1" y="155"/>
                    </a:lnTo>
                    <a:lnTo>
                      <a:pt x="1" y="191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61"/>
              <p:cNvSpPr/>
              <p:nvPr/>
            </p:nvSpPr>
            <p:spPr>
              <a:xfrm>
                <a:off x="1428135" y="2566458"/>
                <a:ext cx="50772" cy="98935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7003" extrusionOk="0">
                    <a:moveTo>
                      <a:pt x="597" y="0"/>
                    </a:moveTo>
                    <a:cubicBezTo>
                      <a:pt x="178" y="0"/>
                      <a:pt x="0" y="492"/>
                      <a:pt x="198" y="1096"/>
                    </a:cubicBezTo>
                    <a:lnTo>
                      <a:pt x="1913" y="6026"/>
                    </a:lnTo>
                    <a:cubicBezTo>
                      <a:pt x="2044" y="6407"/>
                      <a:pt x="2306" y="6740"/>
                      <a:pt x="2579" y="6895"/>
                    </a:cubicBezTo>
                    <a:cubicBezTo>
                      <a:pt x="2687" y="6954"/>
                      <a:pt x="2794" y="6990"/>
                      <a:pt x="2889" y="7002"/>
                    </a:cubicBezTo>
                    <a:cubicBezTo>
                      <a:pt x="2894" y="7002"/>
                      <a:pt x="2899" y="7002"/>
                      <a:pt x="2905" y="7002"/>
                    </a:cubicBezTo>
                    <a:cubicBezTo>
                      <a:pt x="3263" y="7002"/>
                      <a:pt x="3422" y="6601"/>
                      <a:pt x="3258" y="6085"/>
                    </a:cubicBezTo>
                    <a:lnTo>
                      <a:pt x="1794" y="1180"/>
                    </a:lnTo>
                    <a:cubicBezTo>
                      <a:pt x="1651" y="715"/>
                      <a:pt x="1329" y="311"/>
                      <a:pt x="996" y="120"/>
                    </a:cubicBezTo>
                    <a:cubicBezTo>
                      <a:pt x="877" y="49"/>
                      <a:pt x="746" y="13"/>
                      <a:pt x="627" y="1"/>
                    </a:cubicBezTo>
                    <a:cubicBezTo>
                      <a:pt x="617" y="1"/>
                      <a:pt x="607" y="0"/>
                      <a:pt x="597" y="0"/>
                    </a:cubicBezTo>
                    <a:close/>
                  </a:path>
                </a:pathLst>
              </a:custGeom>
              <a:solidFill>
                <a:srgbClr val="003B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61"/>
              <p:cNvSpPr/>
              <p:nvPr/>
            </p:nvSpPr>
            <p:spPr>
              <a:xfrm>
                <a:off x="1535553" y="2618284"/>
                <a:ext cx="4394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311" h="382" extrusionOk="0">
                    <a:moveTo>
                      <a:pt x="263" y="0"/>
                    </a:moveTo>
                    <a:lnTo>
                      <a:pt x="1" y="155"/>
                    </a:lnTo>
                    <a:cubicBezTo>
                      <a:pt x="25" y="226"/>
                      <a:pt x="37" y="310"/>
                      <a:pt x="48" y="381"/>
                    </a:cubicBezTo>
                    <a:lnTo>
                      <a:pt x="310" y="226"/>
                    </a:lnTo>
                    <a:cubicBezTo>
                      <a:pt x="298" y="155"/>
                      <a:pt x="287" y="72"/>
                      <a:pt x="263" y="0"/>
                    </a:cubicBezTo>
                    <a:close/>
                  </a:path>
                </a:pathLst>
              </a:custGeom>
              <a:solidFill>
                <a:srgbClr val="003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61"/>
              <p:cNvSpPr/>
              <p:nvPr/>
            </p:nvSpPr>
            <p:spPr>
              <a:xfrm>
                <a:off x="1536231" y="2621477"/>
                <a:ext cx="4055" cy="5397"/>
              </a:xfrm>
              <a:custGeom>
                <a:avLst/>
                <a:gdLst/>
                <a:ahLst/>
                <a:cxnLst/>
                <a:rect l="l" t="t" r="r" b="b"/>
                <a:pathLst>
                  <a:path w="287" h="382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12" y="227"/>
                      <a:pt x="24" y="310"/>
                      <a:pt x="12" y="381"/>
                    </a:cubicBezTo>
                    <a:lnTo>
                      <a:pt x="274" y="227"/>
                    </a:lnTo>
                    <a:cubicBezTo>
                      <a:pt x="286" y="155"/>
                      <a:pt x="274" y="84"/>
                      <a:pt x="262" y="0"/>
                    </a:cubicBezTo>
                    <a:close/>
                  </a:path>
                </a:pathLst>
              </a:custGeom>
              <a:solidFill>
                <a:srgbClr val="0020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61"/>
              <p:cNvSpPr/>
              <p:nvPr/>
            </p:nvSpPr>
            <p:spPr>
              <a:xfrm>
                <a:off x="1533377" y="2624669"/>
                <a:ext cx="6739" cy="792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1" extrusionOk="0">
                    <a:moveTo>
                      <a:pt x="476" y="1"/>
                    </a:moveTo>
                    <a:lnTo>
                      <a:pt x="214" y="155"/>
                    </a:lnTo>
                    <a:cubicBezTo>
                      <a:pt x="202" y="346"/>
                      <a:pt x="131" y="489"/>
                      <a:pt x="0" y="560"/>
                    </a:cubicBezTo>
                    <a:lnTo>
                      <a:pt x="262" y="417"/>
                    </a:lnTo>
                    <a:cubicBezTo>
                      <a:pt x="393" y="334"/>
                      <a:pt x="464" y="191"/>
                      <a:pt x="476" y="1"/>
                    </a:cubicBezTo>
                    <a:close/>
                  </a:path>
                </a:pathLst>
              </a:custGeom>
              <a:solidFill>
                <a:srgbClr val="000B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61"/>
              <p:cNvSpPr/>
              <p:nvPr/>
            </p:nvSpPr>
            <p:spPr>
              <a:xfrm>
                <a:off x="1494681" y="2532331"/>
                <a:ext cx="7247" cy="3037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15" extrusionOk="0">
                    <a:moveTo>
                      <a:pt x="513" y="0"/>
                    </a:moveTo>
                    <a:cubicBezTo>
                      <a:pt x="417" y="0"/>
                      <a:pt x="334" y="24"/>
                      <a:pt x="263" y="60"/>
                    </a:cubicBezTo>
                    <a:lnTo>
                      <a:pt x="29" y="198"/>
                    </a:lnTo>
                    <a:lnTo>
                      <a:pt x="29" y="198"/>
                    </a:lnTo>
                    <a:cubicBezTo>
                      <a:pt x="94" y="164"/>
                      <a:pt x="168" y="155"/>
                      <a:pt x="251" y="155"/>
                    </a:cubicBezTo>
                    <a:lnTo>
                      <a:pt x="513" y="0"/>
                    </a:lnTo>
                    <a:close/>
                    <a:moveTo>
                      <a:pt x="29" y="198"/>
                    </a:moveTo>
                    <a:lnTo>
                      <a:pt x="29" y="198"/>
                    </a:lnTo>
                    <a:cubicBezTo>
                      <a:pt x="19" y="203"/>
                      <a:pt x="10" y="208"/>
                      <a:pt x="1" y="214"/>
                    </a:cubicBezTo>
                    <a:lnTo>
                      <a:pt x="29" y="198"/>
                    </a:ln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61"/>
              <p:cNvSpPr/>
              <p:nvPr/>
            </p:nvSpPr>
            <p:spPr>
              <a:xfrm>
                <a:off x="1498213" y="2532331"/>
                <a:ext cx="6908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489" h="203" extrusionOk="0">
                    <a:moveTo>
                      <a:pt x="263" y="0"/>
                    </a:moveTo>
                    <a:lnTo>
                      <a:pt x="1" y="155"/>
                    </a:lnTo>
                    <a:lnTo>
                      <a:pt x="13" y="155"/>
                    </a:lnTo>
                    <a:cubicBezTo>
                      <a:pt x="84" y="155"/>
                      <a:pt x="155" y="167"/>
                      <a:pt x="227" y="202"/>
                    </a:cubicBezTo>
                    <a:lnTo>
                      <a:pt x="489" y="48"/>
                    </a:lnTo>
                    <a:cubicBezTo>
                      <a:pt x="417" y="24"/>
                      <a:pt x="346" y="0"/>
                      <a:pt x="274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61"/>
              <p:cNvSpPr/>
              <p:nvPr/>
            </p:nvSpPr>
            <p:spPr>
              <a:xfrm>
                <a:off x="1501406" y="2532995"/>
                <a:ext cx="5905" cy="3207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27" extrusionOk="0">
                    <a:moveTo>
                      <a:pt x="263" y="1"/>
                    </a:moveTo>
                    <a:lnTo>
                      <a:pt x="1" y="155"/>
                    </a:lnTo>
                    <a:cubicBezTo>
                      <a:pt x="48" y="167"/>
                      <a:pt x="108" y="191"/>
                      <a:pt x="156" y="227"/>
                    </a:cubicBezTo>
                    <a:lnTo>
                      <a:pt x="418" y="72"/>
                    </a:lnTo>
                    <a:cubicBezTo>
                      <a:pt x="370" y="48"/>
                      <a:pt x="310" y="25"/>
                      <a:pt x="263" y="1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61"/>
              <p:cNvSpPr/>
              <p:nvPr/>
            </p:nvSpPr>
            <p:spPr>
              <a:xfrm>
                <a:off x="1514870" y="2548973"/>
                <a:ext cx="24398" cy="71499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061" extrusionOk="0">
                    <a:moveTo>
                      <a:pt x="262" y="1"/>
                    </a:moveTo>
                    <a:lnTo>
                      <a:pt x="0" y="144"/>
                    </a:lnTo>
                    <a:lnTo>
                      <a:pt x="1465" y="5061"/>
                    </a:lnTo>
                    <a:lnTo>
                      <a:pt x="1727" y="4906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61"/>
              <p:cNvSpPr/>
              <p:nvPr/>
            </p:nvSpPr>
            <p:spPr>
              <a:xfrm>
                <a:off x="1503596" y="2534012"/>
                <a:ext cx="14989" cy="16995"/>
              </a:xfrm>
              <a:custGeom>
                <a:avLst/>
                <a:gdLst/>
                <a:ahLst/>
                <a:cxnLst/>
                <a:rect l="l" t="t" r="r" b="b"/>
                <a:pathLst>
                  <a:path w="1061" h="1203" extrusionOk="0">
                    <a:moveTo>
                      <a:pt x="263" y="0"/>
                    </a:moveTo>
                    <a:lnTo>
                      <a:pt x="1" y="155"/>
                    </a:lnTo>
                    <a:cubicBezTo>
                      <a:pt x="334" y="345"/>
                      <a:pt x="655" y="750"/>
                      <a:pt x="798" y="1203"/>
                    </a:cubicBezTo>
                    <a:lnTo>
                      <a:pt x="1060" y="1060"/>
                    </a:lnTo>
                    <a:cubicBezTo>
                      <a:pt x="917" y="595"/>
                      <a:pt x="596" y="191"/>
                      <a:pt x="263" y="0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61"/>
              <p:cNvSpPr/>
              <p:nvPr/>
            </p:nvSpPr>
            <p:spPr>
              <a:xfrm>
                <a:off x="1503596" y="2534012"/>
                <a:ext cx="4719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03" extrusionOk="0">
                    <a:moveTo>
                      <a:pt x="263" y="0"/>
                    </a:moveTo>
                    <a:lnTo>
                      <a:pt x="1" y="155"/>
                    </a:lnTo>
                    <a:cubicBezTo>
                      <a:pt x="24" y="167"/>
                      <a:pt x="48" y="179"/>
                      <a:pt x="72" y="203"/>
                    </a:cubicBezTo>
                    <a:lnTo>
                      <a:pt x="334" y="48"/>
                    </a:lnTo>
                    <a:cubicBezTo>
                      <a:pt x="310" y="36"/>
                      <a:pt x="286" y="12"/>
                      <a:pt x="263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61"/>
              <p:cNvSpPr/>
              <p:nvPr/>
            </p:nvSpPr>
            <p:spPr>
              <a:xfrm>
                <a:off x="1504613" y="2534676"/>
                <a:ext cx="13972" cy="15992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132" extrusionOk="0">
                    <a:moveTo>
                      <a:pt x="262" y="1"/>
                    </a:moveTo>
                    <a:lnTo>
                      <a:pt x="0" y="156"/>
                    </a:lnTo>
                    <a:cubicBezTo>
                      <a:pt x="310" y="358"/>
                      <a:pt x="583" y="715"/>
                      <a:pt x="726" y="1132"/>
                    </a:cubicBezTo>
                    <a:lnTo>
                      <a:pt x="988" y="977"/>
                    </a:lnTo>
                    <a:cubicBezTo>
                      <a:pt x="845" y="572"/>
                      <a:pt x="572" y="203"/>
                      <a:pt x="262" y="1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61"/>
              <p:cNvSpPr/>
              <p:nvPr/>
            </p:nvSpPr>
            <p:spPr>
              <a:xfrm>
                <a:off x="1514870" y="2548479"/>
                <a:ext cx="3716" cy="2529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79" extrusionOk="0">
                    <a:moveTo>
                      <a:pt x="262" y="0"/>
                    </a:moveTo>
                    <a:lnTo>
                      <a:pt x="0" y="155"/>
                    </a:lnTo>
                    <a:lnTo>
                      <a:pt x="0" y="179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61"/>
              <p:cNvSpPr/>
              <p:nvPr/>
            </p:nvSpPr>
            <p:spPr>
              <a:xfrm>
                <a:off x="1489545" y="2534509"/>
                <a:ext cx="50770" cy="98765"/>
              </a:xfrm>
              <a:custGeom>
                <a:avLst/>
                <a:gdLst/>
                <a:ahLst/>
                <a:cxnLst/>
                <a:rect l="l" t="t" r="r" b="b"/>
                <a:pathLst>
                  <a:path w="3420" h="6991" extrusionOk="0">
                    <a:moveTo>
                      <a:pt x="596" y="0"/>
                    </a:moveTo>
                    <a:cubicBezTo>
                      <a:pt x="177" y="0"/>
                      <a:pt x="0" y="480"/>
                      <a:pt x="198" y="1096"/>
                    </a:cubicBezTo>
                    <a:lnTo>
                      <a:pt x="1912" y="6014"/>
                    </a:lnTo>
                    <a:cubicBezTo>
                      <a:pt x="2043" y="6395"/>
                      <a:pt x="2305" y="6728"/>
                      <a:pt x="2579" y="6895"/>
                    </a:cubicBezTo>
                    <a:cubicBezTo>
                      <a:pt x="2686" y="6954"/>
                      <a:pt x="2793" y="6990"/>
                      <a:pt x="2889" y="6990"/>
                    </a:cubicBezTo>
                    <a:cubicBezTo>
                      <a:pt x="2899" y="6990"/>
                      <a:pt x="2909" y="6991"/>
                      <a:pt x="2918" y="6991"/>
                    </a:cubicBezTo>
                    <a:cubicBezTo>
                      <a:pt x="3267" y="6991"/>
                      <a:pt x="3420" y="6583"/>
                      <a:pt x="3258" y="6085"/>
                    </a:cubicBezTo>
                    <a:lnTo>
                      <a:pt x="1793" y="1168"/>
                    </a:lnTo>
                    <a:cubicBezTo>
                      <a:pt x="1650" y="715"/>
                      <a:pt x="1329" y="310"/>
                      <a:pt x="996" y="120"/>
                    </a:cubicBezTo>
                    <a:cubicBezTo>
                      <a:pt x="877" y="48"/>
                      <a:pt x="746" y="1"/>
                      <a:pt x="627" y="1"/>
                    </a:cubicBezTo>
                    <a:cubicBezTo>
                      <a:pt x="616" y="0"/>
                      <a:pt x="606" y="0"/>
                      <a:pt x="596" y="0"/>
                    </a:cubicBezTo>
                    <a:close/>
                  </a:path>
                </a:pathLst>
              </a:custGeom>
              <a:solidFill>
                <a:srgbClr val="002F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61"/>
              <p:cNvSpPr/>
              <p:nvPr/>
            </p:nvSpPr>
            <p:spPr>
              <a:xfrm>
                <a:off x="1519066" y="2623158"/>
                <a:ext cx="16006" cy="75752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5362" extrusionOk="0">
                    <a:moveTo>
                      <a:pt x="1" y="0"/>
                    </a:moveTo>
                    <a:lnTo>
                      <a:pt x="1" y="5037"/>
                    </a:lnTo>
                    <a:cubicBezTo>
                      <a:pt x="1" y="5120"/>
                      <a:pt x="61" y="5203"/>
                      <a:pt x="168" y="5263"/>
                    </a:cubicBezTo>
                    <a:cubicBezTo>
                      <a:pt x="281" y="5328"/>
                      <a:pt x="427" y="5361"/>
                      <a:pt x="571" y="5361"/>
                    </a:cubicBezTo>
                    <a:cubicBezTo>
                      <a:pt x="715" y="5361"/>
                      <a:pt x="858" y="5328"/>
                      <a:pt x="965" y="5263"/>
                    </a:cubicBezTo>
                    <a:cubicBezTo>
                      <a:pt x="1073" y="5203"/>
                      <a:pt x="1132" y="5120"/>
                      <a:pt x="1132" y="5037"/>
                    </a:cubicBezTo>
                    <a:lnTo>
                      <a:pt x="1132" y="0"/>
                    </a:lnTo>
                    <a:cubicBezTo>
                      <a:pt x="1132" y="84"/>
                      <a:pt x="1073" y="167"/>
                      <a:pt x="965" y="227"/>
                    </a:cubicBezTo>
                    <a:cubicBezTo>
                      <a:pt x="858" y="292"/>
                      <a:pt x="715" y="325"/>
                      <a:pt x="571" y="325"/>
                    </a:cubicBezTo>
                    <a:cubicBezTo>
                      <a:pt x="427" y="325"/>
                      <a:pt x="281" y="292"/>
                      <a:pt x="168" y="227"/>
                    </a:cubicBezTo>
                    <a:cubicBezTo>
                      <a:pt x="61" y="167"/>
                      <a:pt x="1" y="84"/>
                      <a:pt x="1" y="0"/>
                    </a:cubicBez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61"/>
              <p:cNvSpPr/>
              <p:nvPr/>
            </p:nvSpPr>
            <p:spPr>
              <a:xfrm>
                <a:off x="1518402" y="2618580"/>
                <a:ext cx="17504" cy="9169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649" extrusionOk="0">
                    <a:moveTo>
                      <a:pt x="609" y="0"/>
                    </a:moveTo>
                    <a:cubicBezTo>
                      <a:pt x="465" y="0"/>
                      <a:pt x="322" y="33"/>
                      <a:pt x="215" y="98"/>
                    </a:cubicBezTo>
                    <a:cubicBezTo>
                      <a:pt x="0" y="217"/>
                      <a:pt x="0" y="432"/>
                      <a:pt x="215" y="551"/>
                    </a:cubicBezTo>
                    <a:cubicBezTo>
                      <a:pt x="328" y="616"/>
                      <a:pt x="474" y="649"/>
                      <a:pt x="618" y="649"/>
                    </a:cubicBezTo>
                    <a:cubicBezTo>
                      <a:pt x="762" y="649"/>
                      <a:pt x="905" y="616"/>
                      <a:pt x="1012" y="551"/>
                    </a:cubicBezTo>
                    <a:cubicBezTo>
                      <a:pt x="1239" y="432"/>
                      <a:pt x="1227" y="217"/>
                      <a:pt x="1012" y="98"/>
                    </a:cubicBezTo>
                    <a:cubicBezTo>
                      <a:pt x="899" y="33"/>
                      <a:pt x="753" y="0"/>
                      <a:pt x="6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61"/>
              <p:cNvSpPr/>
              <p:nvPr/>
            </p:nvSpPr>
            <p:spPr>
              <a:xfrm>
                <a:off x="1406369" y="2450136"/>
                <a:ext cx="22392" cy="836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592" extrusionOk="0">
                    <a:moveTo>
                      <a:pt x="1057" y="1"/>
                    </a:moveTo>
                    <a:cubicBezTo>
                      <a:pt x="946" y="1"/>
                      <a:pt x="842" y="26"/>
                      <a:pt x="751" y="79"/>
                    </a:cubicBezTo>
                    <a:lnTo>
                      <a:pt x="1" y="508"/>
                    </a:lnTo>
                    <a:cubicBezTo>
                      <a:pt x="93" y="459"/>
                      <a:pt x="198" y="434"/>
                      <a:pt x="311" y="434"/>
                    </a:cubicBezTo>
                    <a:cubicBezTo>
                      <a:pt x="473" y="434"/>
                      <a:pt x="651" y="486"/>
                      <a:pt x="834" y="591"/>
                    </a:cubicBezTo>
                    <a:lnTo>
                      <a:pt x="1584" y="163"/>
                    </a:lnTo>
                    <a:cubicBezTo>
                      <a:pt x="1400" y="56"/>
                      <a:pt x="1220" y="1"/>
                      <a:pt x="1057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61"/>
              <p:cNvSpPr/>
              <p:nvPr/>
            </p:nvSpPr>
            <p:spPr>
              <a:xfrm>
                <a:off x="1418151" y="2452425"/>
                <a:ext cx="17334" cy="11627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823" extrusionOk="0">
                    <a:moveTo>
                      <a:pt x="750" y="1"/>
                    </a:moveTo>
                    <a:lnTo>
                      <a:pt x="0" y="429"/>
                    </a:lnTo>
                    <a:cubicBezTo>
                      <a:pt x="155" y="525"/>
                      <a:pt x="322" y="655"/>
                      <a:pt x="476" y="822"/>
                    </a:cubicBezTo>
                    <a:lnTo>
                      <a:pt x="1227" y="382"/>
                    </a:lnTo>
                    <a:cubicBezTo>
                      <a:pt x="1072" y="215"/>
                      <a:pt x="905" y="96"/>
                      <a:pt x="750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61"/>
              <p:cNvSpPr/>
              <p:nvPr/>
            </p:nvSpPr>
            <p:spPr>
              <a:xfrm>
                <a:off x="1424876" y="2457807"/>
                <a:ext cx="88664" cy="111706"/>
              </a:xfrm>
              <a:custGeom>
                <a:avLst/>
                <a:gdLst/>
                <a:ahLst/>
                <a:cxnLst/>
                <a:rect l="l" t="t" r="r" b="b"/>
                <a:pathLst>
                  <a:path w="6276" h="7907" extrusionOk="0">
                    <a:moveTo>
                      <a:pt x="751" y="1"/>
                    </a:moveTo>
                    <a:lnTo>
                      <a:pt x="0" y="441"/>
                    </a:lnTo>
                    <a:cubicBezTo>
                      <a:pt x="203" y="679"/>
                      <a:pt x="4168" y="5311"/>
                      <a:pt x="4894" y="6120"/>
                    </a:cubicBezTo>
                    <a:cubicBezTo>
                      <a:pt x="5323" y="6609"/>
                      <a:pt x="5537" y="7311"/>
                      <a:pt x="5334" y="7704"/>
                    </a:cubicBezTo>
                    <a:cubicBezTo>
                      <a:pt x="5293" y="7788"/>
                      <a:pt x="5242" y="7853"/>
                      <a:pt x="5181" y="7892"/>
                    </a:cubicBezTo>
                    <a:lnTo>
                      <a:pt x="5181" y="7892"/>
                    </a:lnTo>
                    <a:lnTo>
                      <a:pt x="5906" y="7478"/>
                    </a:lnTo>
                    <a:cubicBezTo>
                      <a:pt x="5977" y="7430"/>
                      <a:pt x="6037" y="7371"/>
                      <a:pt x="6085" y="7275"/>
                    </a:cubicBezTo>
                    <a:cubicBezTo>
                      <a:pt x="6275" y="6882"/>
                      <a:pt x="6073" y="6180"/>
                      <a:pt x="5644" y="5692"/>
                    </a:cubicBezTo>
                    <a:cubicBezTo>
                      <a:pt x="4918" y="4882"/>
                      <a:pt x="953" y="251"/>
                      <a:pt x="751" y="1"/>
                    </a:cubicBezTo>
                    <a:close/>
                    <a:moveTo>
                      <a:pt x="5181" y="7892"/>
                    </a:moveTo>
                    <a:lnTo>
                      <a:pt x="5156" y="7906"/>
                    </a:lnTo>
                    <a:cubicBezTo>
                      <a:pt x="5165" y="7902"/>
                      <a:pt x="5173" y="7897"/>
                      <a:pt x="5181" y="7892"/>
                    </a:cubicBezTo>
                    <a:close/>
                  </a:path>
                </a:pathLst>
              </a:custGeom>
              <a:solidFill>
                <a:srgbClr val="074D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61"/>
              <p:cNvSpPr/>
              <p:nvPr/>
            </p:nvSpPr>
            <p:spPr>
              <a:xfrm>
                <a:off x="1399305" y="2456310"/>
                <a:ext cx="103795" cy="113995"/>
              </a:xfrm>
              <a:custGeom>
                <a:avLst/>
                <a:gdLst/>
                <a:ahLst/>
                <a:cxnLst/>
                <a:rect l="l" t="t" r="r" b="b"/>
                <a:pathLst>
                  <a:path w="7347" h="8069" extrusionOk="0">
                    <a:moveTo>
                      <a:pt x="808" y="0"/>
                    </a:moveTo>
                    <a:cubicBezTo>
                      <a:pt x="572" y="0"/>
                      <a:pt x="376" y="112"/>
                      <a:pt x="263" y="345"/>
                    </a:cubicBezTo>
                    <a:cubicBezTo>
                      <a:pt x="1" y="869"/>
                      <a:pt x="263" y="1821"/>
                      <a:pt x="858" y="2452"/>
                    </a:cubicBezTo>
                    <a:cubicBezTo>
                      <a:pt x="1072" y="2678"/>
                      <a:pt x="5251" y="6893"/>
                      <a:pt x="5990" y="7667"/>
                    </a:cubicBezTo>
                    <a:cubicBezTo>
                      <a:pt x="6109" y="7786"/>
                      <a:pt x="6228" y="7881"/>
                      <a:pt x="6347" y="7941"/>
                    </a:cubicBezTo>
                    <a:cubicBezTo>
                      <a:pt x="6486" y="8025"/>
                      <a:pt x="6622" y="8068"/>
                      <a:pt x="6745" y="8068"/>
                    </a:cubicBezTo>
                    <a:cubicBezTo>
                      <a:pt x="6917" y="8068"/>
                      <a:pt x="7061" y="7984"/>
                      <a:pt x="7144" y="7810"/>
                    </a:cubicBezTo>
                    <a:cubicBezTo>
                      <a:pt x="7347" y="7417"/>
                      <a:pt x="7144" y="6715"/>
                      <a:pt x="6704" y="6226"/>
                    </a:cubicBezTo>
                    <a:cubicBezTo>
                      <a:pt x="5990" y="5417"/>
                      <a:pt x="2013" y="785"/>
                      <a:pt x="1810" y="547"/>
                    </a:cubicBezTo>
                    <a:cubicBezTo>
                      <a:pt x="1656" y="380"/>
                      <a:pt x="1489" y="250"/>
                      <a:pt x="1334" y="154"/>
                    </a:cubicBezTo>
                    <a:cubicBezTo>
                      <a:pt x="1150" y="53"/>
                      <a:pt x="970" y="0"/>
                      <a:pt x="808" y="0"/>
                    </a:cubicBezTo>
                    <a:close/>
                  </a:path>
                </a:pathLst>
              </a:custGeom>
              <a:solidFill>
                <a:srgbClr val="003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61"/>
              <p:cNvSpPr/>
              <p:nvPr/>
            </p:nvSpPr>
            <p:spPr>
              <a:xfrm>
                <a:off x="1519913" y="2627368"/>
                <a:ext cx="4394" cy="5227"/>
              </a:xfrm>
              <a:custGeom>
                <a:avLst/>
                <a:gdLst/>
                <a:ahLst/>
                <a:cxnLst/>
                <a:rect l="l" t="t" r="r" b="b"/>
                <a:pathLst>
                  <a:path w="311" h="370" extrusionOk="0">
                    <a:moveTo>
                      <a:pt x="262" y="0"/>
                    </a:moveTo>
                    <a:lnTo>
                      <a:pt x="1" y="143"/>
                    </a:lnTo>
                    <a:cubicBezTo>
                      <a:pt x="24" y="226"/>
                      <a:pt x="48" y="298"/>
                      <a:pt x="48" y="369"/>
                    </a:cubicBezTo>
                    <a:lnTo>
                      <a:pt x="310" y="226"/>
                    </a:lnTo>
                    <a:cubicBezTo>
                      <a:pt x="310" y="155"/>
                      <a:pt x="286" y="72"/>
                      <a:pt x="262" y="0"/>
                    </a:cubicBezTo>
                    <a:close/>
                  </a:path>
                </a:pathLst>
              </a:custGeom>
              <a:solidFill>
                <a:srgbClr val="0035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61"/>
              <p:cNvSpPr/>
              <p:nvPr/>
            </p:nvSpPr>
            <p:spPr>
              <a:xfrm>
                <a:off x="1520591" y="2630561"/>
                <a:ext cx="4040" cy="5227"/>
              </a:xfrm>
              <a:custGeom>
                <a:avLst/>
                <a:gdLst/>
                <a:ahLst/>
                <a:cxnLst/>
                <a:rect l="l" t="t" r="r" b="b"/>
                <a:pathLst>
                  <a:path w="286" h="370" extrusionOk="0">
                    <a:moveTo>
                      <a:pt x="262" y="0"/>
                    </a:moveTo>
                    <a:lnTo>
                      <a:pt x="0" y="143"/>
                    </a:lnTo>
                    <a:cubicBezTo>
                      <a:pt x="12" y="227"/>
                      <a:pt x="24" y="310"/>
                      <a:pt x="12" y="369"/>
                    </a:cubicBezTo>
                    <a:lnTo>
                      <a:pt x="274" y="227"/>
                    </a:lnTo>
                    <a:cubicBezTo>
                      <a:pt x="286" y="155"/>
                      <a:pt x="274" y="72"/>
                      <a:pt x="262" y="0"/>
                    </a:cubicBezTo>
                    <a:close/>
                  </a:path>
                </a:pathLst>
              </a:custGeom>
              <a:solidFill>
                <a:srgbClr val="0020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61"/>
              <p:cNvSpPr/>
              <p:nvPr/>
            </p:nvSpPr>
            <p:spPr>
              <a:xfrm>
                <a:off x="1517723" y="2633754"/>
                <a:ext cx="6739" cy="792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1" extrusionOk="0">
                    <a:moveTo>
                      <a:pt x="477" y="1"/>
                    </a:moveTo>
                    <a:lnTo>
                      <a:pt x="215" y="155"/>
                    </a:lnTo>
                    <a:cubicBezTo>
                      <a:pt x="204" y="325"/>
                      <a:pt x="139" y="473"/>
                      <a:pt x="20" y="549"/>
                    </a:cubicBezTo>
                    <a:lnTo>
                      <a:pt x="20" y="549"/>
                    </a:lnTo>
                    <a:lnTo>
                      <a:pt x="263" y="405"/>
                    </a:lnTo>
                    <a:cubicBezTo>
                      <a:pt x="394" y="334"/>
                      <a:pt x="465" y="191"/>
                      <a:pt x="477" y="1"/>
                    </a:cubicBezTo>
                    <a:close/>
                    <a:moveTo>
                      <a:pt x="20" y="549"/>
                    </a:moveTo>
                    <a:lnTo>
                      <a:pt x="1" y="560"/>
                    </a:lnTo>
                    <a:cubicBezTo>
                      <a:pt x="7" y="557"/>
                      <a:pt x="14" y="553"/>
                      <a:pt x="20" y="549"/>
                    </a:cubicBezTo>
                    <a:close/>
                  </a:path>
                </a:pathLst>
              </a:custGeom>
              <a:solidFill>
                <a:srgbClr val="000B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61"/>
              <p:cNvSpPr/>
              <p:nvPr/>
            </p:nvSpPr>
            <p:spPr>
              <a:xfrm>
                <a:off x="1479211" y="2541415"/>
                <a:ext cx="7078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03" extrusionOk="0">
                    <a:moveTo>
                      <a:pt x="500" y="0"/>
                    </a:moveTo>
                    <a:cubicBezTo>
                      <a:pt x="405" y="0"/>
                      <a:pt x="322" y="12"/>
                      <a:pt x="262" y="60"/>
                    </a:cubicBezTo>
                    <a:lnTo>
                      <a:pt x="24" y="189"/>
                    </a:lnTo>
                    <a:lnTo>
                      <a:pt x="24" y="189"/>
                    </a:lnTo>
                    <a:cubicBezTo>
                      <a:pt x="69" y="167"/>
                      <a:pt x="126" y="152"/>
                      <a:pt x="189" y="152"/>
                    </a:cubicBezTo>
                    <a:cubicBezTo>
                      <a:pt x="205" y="152"/>
                      <a:pt x="221" y="153"/>
                      <a:pt x="238" y="155"/>
                    </a:cubicBezTo>
                    <a:lnTo>
                      <a:pt x="500" y="0"/>
                    </a:lnTo>
                    <a:close/>
                    <a:moveTo>
                      <a:pt x="24" y="189"/>
                    </a:moveTo>
                    <a:cubicBezTo>
                      <a:pt x="16" y="194"/>
                      <a:pt x="8" y="198"/>
                      <a:pt x="0" y="202"/>
                    </a:cubicBezTo>
                    <a:lnTo>
                      <a:pt x="24" y="189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61"/>
              <p:cNvSpPr/>
              <p:nvPr/>
            </p:nvSpPr>
            <p:spPr>
              <a:xfrm>
                <a:off x="1482574" y="2541415"/>
                <a:ext cx="6908" cy="2698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91" extrusionOk="0">
                    <a:moveTo>
                      <a:pt x="262" y="0"/>
                    </a:moveTo>
                    <a:lnTo>
                      <a:pt x="0" y="155"/>
                    </a:lnTo>
                    <a:lnTo>
                      <a:pt x="12" y="155"/>
                    </a:lnTo>
                    <a:cubicBezTo>
                      <a:pt x="84" y="155"/>
                      <a:pt x="155" y="167"/>
                      <a:pt x="227" y="191"/>
                    </a:cubicBezTo>
                    <a:lnTo>
                      <a:pt x="488" y="48"/>
                    </a:lnTo>
                    <a:cubicBezTo>
                      <a:pt x="417" y="12"/>
                      <a:pt x="346" y="0"/>
                      <a:pt x="274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61"/>
              <p:cNvSpPr/>
              <p:nvPr/>
            </p:nvSpPr>
            <p:spPr>
              <a:xfrm>
                <a:off x="1485767" y="2542079"/>
                <a:ext cx="5905" cy="3207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27" extrusionOk="0">
                    <a:moveTo>
                      <a:pt x="262" y="1"/>
                    </a:moveTo>
                    <a:lnTo>
                      <a:pt x="1" y="144"/>
                    </a:lnTo>
                    <a:cubicBezTo>
                      <a:pt x="48" y="167"/>
                      <a:pt x="108" y="191"/>
                      <a:pt x="155" y="227"/>
                    </a:cubicBezTo>
                    <a:lnTo>
                      <a:pt x="417" y="72"/>
                    </a:lnTo>
                    <a:cubicBezTo>
                      <a:pt x="370" y="36"/>
                      <a:pt x="310" y="13"/>
                      <a:pt x="262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61"/>
              <p:cNvSpPr/>
              <p:nvPr/>
            </p:nvSpPr>
            <p:spPr>
              <a:xfrm>
                <a:off x="1499230" y="2557888"/>
                <a:ext cx="24398" cy="71499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5061" extrusionOk="0">
                    <a:moveTo>
                      <a:pt x="262" y="1"/>
                    </a:moveTo>
                    <a:lnTo>
                      <a:pt x="0" y="156"/>
                    </a:lnTo>
                    <a:lnTo>
                      <a:pt x="1465" y="5061"/>
                    </a:lnTo>
                    <a:lnTo>
                      <a:pt x="1726" y="4918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61"/>
              <p:cNvSpPr/>
              <p:nvPr/>
            </p:nvSpPr>
            <p:spPr>
              <a:xfrm>
                <a:off x="1487956" y="2543096"/>
                <a:ext cx="4888" cy="2868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03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24" y="167"/>
                      <a:pt x="60" y="179"/>
                      <a:pt x="84" y="202"/>
                    </a:cubicBezTo>
                    <a:lnTo>
                      <a:pt x="346" y="48"/>
                    </a:lnTo>
                    <a:cubicBezTo>
                      <a:pt x="322" y="24"/>
                      <a:pt x="286" y="12"/>
                      <a:pt x="262" y="0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61"/>
              <p:cNvSpPr/>
              <p:nvPr/>
            </p:nvSpPr>
            <p:spPr>
              <a:xfrm>
                <a:off x="1489129" y="2543760"/>
                <a:ext cx="13803" cy="15992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132" extrusionOk="0">
                    <a:moveTo>
                      <a:pt x="263" y="1"/>
                    </a:moveTo>
                    <a:lnTo>
                      <a:pt x="1" y="155"/>
                    </a:lnTo>
                    <a:cubicBezTo>
                      <a:pt x="298" y="346"/>
                      <a:pt x="572" y="715"/>
                      <a:pt x="715" y="1132"/>
                    </a:cubicBezTo>
                    <a:lnTo>
                      <a:pt x="977" y="977"/>
                    </a:lnTo>
                    <a:cubicBezTo>
                      <a:pt x="834" y="560"/>
                      <a:pt x="560" y="203"/>
                      <a:pt x="263" y="1"/>
                    </a:cubicBez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61"/>
              <p:cNvSpPr/>
              <p:nvPr/>
            </p:nvSpPr>
            <p:spPr>
              <a:xfrm>
                <a:off x="1499230" y="2557563"/>
                <a:ext cx="3871" cy="2529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79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0" y="155"/>
                      <a:pt x="0" y="167"/>
                      <a:pt x="12" y="179"/>
                    </a:cubicBezTo>
                    <a:lnTo>
                      <a:pt x="274" y="24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954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61"/>
              <p:cNvSpPr/>
              <p:nvPr/>
            </p:nvSpPr>
            <p:spPr>
              <a:xfrm>
                <a:off x="1473883" y="2543572"/>
                <a:ext cx="50772" cy="98779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6992" extrusionOk="0">
                    <a:moveTo>
                      <a:pt x="597" y="1"/>
                    </a:moveTo>
                    <a:cubicBezTo>
                      <a:pt x="178" y="1"/>
                      <a:pt x="1" y="481"/>
                      <a:pt x="199" y="1097"/>
                    </a:cubicBezTo>
                    <a:lnTo>
                      <a:pt x="1925" y="6014"/>
                    </a:lnTo>
                    <a:cubicBezTo>
                      <a:pt x="2044" y="6395"/>
                      <a:pt x="2306" y="6729"/>
                      <a:pt x="2592" y="6896"/>
                    </a:cubicBezTo>
                    <a:cubicBezTo>
                      <a:pt x="2687" y="6955"/>
                      <a:pt x="2794" y="6991"/>
                      <a:pt x="2889" y="6991"/>
                    </a:cubicBezTo>
                    <a:cubicBezTo>
                      <a:pt x="2895" y="6991"/>
                      <a:pt x="2900" y="6991"/>
                      <a:pt x="2905" y="6991"/>
                    </a:cubicBezTo>
                    <a:cubicBezTo>
                      <a:pt x="3263" y="6991"/>
                      <a:pt x="3423" y="6590"/>
                      <a:pt x="3259" y="6074"/>
                    </a:cubicBezTo>
                    <a:lnTo>
                      <a:pt x="1806" y="1169"/>
                    </a:lnTo>
                    <a:cubicBezTo>
                      <a:pt x="1651" y="716"/>
                      <a:pt x="1330" y="311"/>
                      <a:pt x="996" y="121"/>
                    </a:cubicBezTo>
                    <a:cubicBezTo>
                      <a:pt x="877" y="49"/>
                      <a:pt x="746" y="2"/>
                      <a:pt x="627" y="2"/>
                    </a:cubicBezTo>
                    <a:cubicBezTo>
                      <a:pt x="617" y="1"/>
                      <a:pt x="607" y="1"/>
                      <a:pt x="597" y="1"/>
                    </a:cubicBezTo>
                    <a:close/>
                  </a:path>
                </a:pathLst>
              </a:custGeom>
              <a:solidFill>
                <a:srgbClr val="003B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61"/>
              <p:cNvSpPr/>
              <p:nvPr/>
            </p:nvSpPr>
            <p:spPr>
              <a:xfrm>
                <a:off x="1299733" y="2339982"/>
                <a:ext cx="228103" cy="107920"/>
              </a:xfrm>
              <a:custGeom>
                <a:avLst/>
                <a:gdLst/>
                <a:ahLst/>
                <a:cxnLst/>
                <a:rect l="l" t="t" r="r" b="b"/>
                <a:pathLst>
                  <a:path w="16146" h="7639" extrusionOk="0">
                    <a:moveTo>
                      <a:pt x="13267" y="0"/>
                    </a:moveTo>
                    <a:cubicBezTo>
                      <a:pt x="12673" y="0"/>
                      <a:pt x="12116" y="133"/>
                      <a:pt x="11621" y="411"/>
                    </a:cubicBezTo>
                    <a:lnTo>
                      <a:pt x="0" y="7174"/>
                    </a:lnTo>
                    <a:cubicBezTo>
                      <a:pt x="497" y="6890"/>
                      <a:pt x="1055" y="6754"/>
                      <a:pt x="1650" y="6754"/>
                    </a:cubicBezTo>
                    <a:cubicBezTo>
                      <a:pt x="2550" y="6754"/>
                      <a:pt x="3535" y="7065"/>
                      <a:pt x="4525" y="7638"/>
                    </a:cubicBezTo>
                    <a:lnTo>
                      <a:pt x="16145" y="875"/>
                    </a:lnTo>
                    <a:cubicBezTo>
                      <a:pt x="15160" y="308"/>
                      <a:pt x="14171" y="0"/>
                      <a:pt x="13267" y="0"/>
                    </a:cubicBezTo>
                    <a:close/>
                  </a:path>
                </a:pathLst>
              </a:custGeom>
              <a:solidFill>
                <a:srgbClr val="BDBD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61"/>
              <p:cNvSpPr/>
              <p:nvPr/>
            </p:nvSpPr>
            <p:spPr>
              <a:xfrm>
                <a:off x="1363647" y="2352344"/>
                <a:ext cx="199000" cy="123644"/>
              </a:xfrm>
              <a:custGeom>
                <a:avLst/>
                <a:gdLst/>
                <a:ahLst/>
                <a:cxnLst/>
                <a:rect l="l" t="t" r="r" b="b"/>
                <a:pathLst>
                  <a:path w="14086" h="8752" extrusionOk="0">
                    <a:moveTo>
                      <a:pt x="11621" y="0"/>
                    </a:moveTo>
                    <a:lnTo>
                      <a:pt x="1" y="6763"/>
                    </a:lnTo>
                    <a:cubicBezTo>
                      <a:pt x="834" y="7239"/>
                      <a:pt x="1679" y="7918"/>
                      <a:pt x="2465" y="8752"/>
                    </a:cubicBezTo>
                    <a:lnTo>
                      <a:pt x="14086" y="2001"/>
                    </a:lnTo>
                    <a:cubicBezTo>
                      <a:pt x="13300" y="1167"/>
                      <a:pt x="12466" y="489"/>
                      <a:pt x="11621" y="0"/>
                    </a:cubicBezTo>
                    <a:close/>
                  </a:path>
                </a:pathLst>
              </a:custGeom>
              <a:solidFill>
                <a:srgbClr val="BDBD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61"/>
              <p:cNvSpPr/>
              <p:nvPr/>
            </p:nvSpPr>
            <p:spPr>
              <a:xfrm>
                <a:off x="1398472" y="2380599"/>
                <a:ext cx="189916" cy="129026"/>
              </a:xfrm>
              <a:custGeom>
                <a:avLst/>
                <a:gdLst/>
                <a:ahLst/>
                <a:cxnLst/>
                <a:rect l="l" t="t" r="r" b="b"/>
                <a:pathLst>
                  <a:path w="13443" h="9133" extrusionOk="0">
                    <a:moveTo>
                      <a:pt x="11621" y="1"/>
                    </a:moveTo>
                    <a:lnTo>
                      <a:pt x="0" y="6752"/>
                    </a:lnTo>
                    <a:cubicBezTo>
                      <a:pt x="655" y="7442"/>
                      <a:pt x="1274" y="8240"/>
                      <a:pt x="1822" y="9133"/>
                    </a:cubicBezTo>
                    <a:lnTo>
                      <a:pt x="13442" y="2382"/>
                    </a:lnTo>
                    <a:cubicBezTo>
                      <a:pt x="12895" y="1489"/>
                      <a:pt x="12276" y="691"/>
                      <a:pt x="11621" y="1"/>
                    </a:cubicBez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61"/>
              <p:cNvSpPr/>
              <p:nvPr/>
            </p:nvSpPr>
            <p:spPr>
              <a:xfrm>
                <a:off x="1424198" y="2414237"/>
                <a:ext cx="186554" cy="145019"/>
              </a:xfrm>
              <a:custGeom>
                <a:avLst/>
                <a:gdLst/>
                <a:ahLst/>
                <a:cxnLst/>
                <a:rect l="l" t="t" r="r" b="b"/>
                <a:pathLst>
                  <a:path w="13205" h="10265" extrusionOk="0">
                    <a:moveTo>
                      <a:pt x="11621" y="1"/>
                    </a:moveTo>
                    <a:lnTo>
                      <a:pt x="1" y="6752"/>
                    </a:lnTo>
                    <a:cubicBezTo>
                      <a:pt x="72" y="6883"/>
                      <a:pt x="144" y="7002"/>
                      <a:pt x="227" y="7133"/>
                    </a:cubicBezTo>
                    <a:cubicBezTo>
                      <a:pt x="810" y="8145"/>
                      <a:pt x="1263" y="9204"/>
                      <a:pt x="1584" y="10264"/>
                    </a:cubicBezTo>
                    <a:lnTo>
                      <a:pt x="13205" y="3501"/>
                    </a:lnTo>
                    <a:cubicBezTo>
                      <a:pt x="12895" y="2442"/>
                      <a:pt x="12431" y="1394"/>
                      <a:pt x="11848" y="382"/>
                    </a:cubicBezTo>
                    <a:cubicBezTo>
                      <a:pt x="11776" y="251"/>
                      <a:pt x="11693" y="120"/>
                      <a:pt x="11621" y="1"/>
                    </a:cubicBez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61"/>
              <p:cNvSpPr/>
              <p:nvPr/>
            </p:nvSpPr>
            <p:spPr>
              <a:xfrm>
                <a:off x="1269627" y="2435401"/>
                <a:ext cx="176961" cy="142179"/>
              </a:xfrm>
              <a:custGeom>
                <a:avLst/>
                <a:gdLst/>
                <a:ahLst/>
                <a:cxnLst/>
                <a:rect l="l" t="t" r="r" b="b"/>
                <a:pathLst>
                  <a:path w="12526" h="10064" extrusionOk="0">
                    <a:moveTo>
                      <a:pt x="3781" y="0"/>
                    </a:moveTo>
                    <a:cubicBezTo>
                      <a:pt x="3186" y="0"/>
                      <a:pt x="2628" y="136"/>
                      <a:pt x="2131" y="420"/>
                    </a:cubicBezTo>
                    <a:cubicBezTo>
                      <a:pt x="988" y="1063"/>
                      <a:pt x="321" y="2408"/>
                      <a:pt x="250" y="4218"/>
                    </a:cubicBezTo>
                    <a:cubicBezTo>
                      <a:pt x="179" y="6004"/>
                      <a:pt x="691" y="8076"/>
                      <a:pt x="1703" y="10064"/>
                    </a:cubicBezTo>
                    <a:lnTo>
                      <a:pt x="1988" y="9957"/>
                    </a:lnTo>
                    <a:cubicBezTo>
                      <a:pt x="0" y="6040"/>
                      <a:pt x="167" y="2134"/>
                      <a:pt x="2393" y="872"/>
                    </a:cubicBezTo>
                    <a:cubicBezTo>
                      <a:pt x="2860" y="608"/>
                      <a:pt x="3384" y="482"/>
                      <a:pt x="3942" y="482"/>
                    </a:cubicBezTo>
                    <a:cubicBezTo>
                      <a:pt x="4792" y="482"/>
                      <a:pt x="5721" y="774"/>
                      <a:pt x="6656" y="1313"/>
                    </a:cubicBezTo>
                    <a:cubicBezTo>
                      <a:pt x="8192" y="2194"/>
                      <a:pt x="9727" y="3765"/>
                      <a:pt x="10894" y="5790"/>
                    </a:cubicBezTo>
                    <a:cubicBezTo>
                      <a:pt x="11454" y="6742"/>
                      <a:pt x="11882" y="7730"/>
                      <a:pt x="12180" y="8730"/>
                    </a:cubicBezTo>
                    <a:lnTo>
                      <a:pt x="12525" y="8766"/>
                    </a:lnTo>
                    <a:cubicBezTo>
                      <a:pt x="12204" y="7706"/>
                      <a:pt x="11751" y="6647"/>
                      <a:pt x="11168" y="5635"/>
                    </a:cubicBezTo>
                    <a:cubicBezTo>
                      <a:pt x="9918" y="3480"/>
                      <a:pt x="8287" y="1825"/>
                      <a:pt x="6656" y="884"/>
                    </a:cubicBezTo>
                    <a:cubicBezTo>
                      <a:pt x="5666" y="311"/>
                      <a:pt x="4681" y="0"/>
                      <a:pt x="3781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61"/>
              <p:cNvSpPr/>
              <p:nvPr/>
            </p:nvSpPr>
            <p:spPr>
              <a:xfrm>
                <a:off x="1448427" y="2664029"/>
                <a:ext cx="14" cy="184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"/>
                    </a:moveTo>
                    <a:cubicBezTo>
                      <a:pt x="0" y="1"/>
                      <a:pt x="0" y="13"/>
                      <a:pt x="0" y="13"/>
                    </a:cubicBezTo>
                    <a:cubicBezTo>
                      <a:pt x="0" y="1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BF86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61"/>
              <p:cNvSpPr/>
              <p:nvPr/>
            </p:nvSpPr>
            <p:spPr>
              <a:xfrm>
                <a:off x="993092" y="2763785"/>
                <a:ext cx="97070" cy="179984"/>
              </a:xfrm>
              <a:custGeom>
                <a:avLst/>
                <a:gdLst/>
                <a:ahLst/>
                <a:cxnLst/>
                <a:rect l="l" t="t" r="r" b="b"/>
                <a:pathLst>
                  <a:path w="6871" h="12740" extrusionOk="0">
                    <a:moveTo>
                      <a:pt x="0" y="0"/>
                    </a:moveTo>
                    <a:lnTo>
                      <a:pt x="24" y="8763"/>
                    </a:lnTo>
                    <a:lnTo>
                      <a:pt x="6870" y="12740"/>
                    </a:lnTo>
                    <a:lnTo>
                      <a:pt x="6846" y="39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61"/>
              <p:cNvSpPr/>
              <p:nvPr/>
            </p:nvSpPr>
            <p:spPr>
              <a:xfrm>
                <a:off x="993092" y="2684218"/>
                <a:ext cx="118600" cy="135751"/>
              </a:xfrm>
              <a:custGeom>
                <a:avLst/>
                <a:gdLst/>
                <a:ahLst/>
                <a:cxnLst/>
                <a:rect l="l" t="t" r="r" b="b"/>
                <a:pathLst>
                  <a:path w="8395" h="9609" extrusionOk="0">
                    <a:moveTo>
                      <a:pt x="1560" y="0"/>
                    </a:moveTo>
                    <a:lnTo>
                      <a:pt x="0" y="5632"/>
                    </a:lnTo>
                    <a:lnTo>
                      <a:pt x="6846" y="9609"/>
                    </a:lnTo>
                    <a:lnTo>
                      <a:pt x="8394" y="3977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61"/>
              <p:cNvSpPr/>
              <p:nvPr/>
            </p:nvSpPr>
            <p:spPr>
              <a:xfrm>
                <a:off x="1015117" y="2661514"/>
                <a:ext cx="142829" cy="78902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5585" extrusionOk="0">
                    <a:moveTo>
                      <a:pt x="3263" y="0"/>
                    </a:moveTo>
                    <a:lnTo>
                      <a:pt x="1" y="1607"/>
                    </a:lnTo>
                    <a:lnTo>
                      <a:pt x="6835" y="5584"/>
                    </a:lnTo>
                    <a:lnTo>
                      <a:pt x="10109" y="3953"/>
                    </a:lnTo>
                    <a:lnTo>
                      <a:pt x="326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61"/>
              <p:cNvSpPr/>
              <p:nvPr/>
            </p:nvSpPr>
            <p:spPr>
              <a:xfrm>
                <a:off x="1089810" y="2717347"/>
                <a:ext cx="68137" cy="226421"/>
              </a:xfrm>
              <a:custGeom>
                <a:avLst/>
                <a:gdLst/>
                <a:ahLst/>
                <a:cxnLst/>
                <a:rect l="l" t="t" r="r" b="b"/>
                <a:pathLst>
                  <a:path w="4823" h="16027" extrusionOk="0">
                    <a:moveTo>
                      <a:pt x="4822" y="1"/>
                    </a:moveTo>
                    <a:lnTo>
                      <a:pt x="1548" y="1632"/>
                    </a:lnTo>
                    <a:lnTo>
                      <a:pt x="0" y="7264"/>
                    </a:lnTo>
                    <a:lnTo>
                      <a:pt x="24" y="16027"/>
                    </a:lnTo>
                    <a:lnTo>
                      <a:pt x="4798" y="13276"/>
                    </a:lnTo>
                    <a:lnTo>
                      <a:pt x="4822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61"/>
              <p:cNvSpPr/>
              <p:nvPr/>
            </p:nvSpPr>
            <p:spPr>
              <a:xfrm>
                <a:off x="1043386" y="2722730"/>
                <a:ext cx="28100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4514" extrusionOk="0">
                    <a:moveTo>
                      <a:pt x="917" y="1"/>
                    </a:moveTo>
                    <a:lnTo>
                      <a:pt x="0" y="3882"/>
                    </a:lnTo>
                    <a:lnTo>
                      <a:pt x="1072" y="4513"/>
                    </a:lnTo>
                    <a:lnTo>
                      <a:pt x="1988" y="620"/>
                    </a:lnTo>
                    <a:lnTo>
                      <a:pt x="9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61"/>
              <p:cNvSpPr/>
              <p:nvPr/>
            </p:nvSpPr>
            <p:spPr>
              <a:xfrm>
                <a:off x="1021177" y="2711470"/>
                <a:ext cx="28100" cy="63588"/>
              </a:xfrm>
              <a:custGeom>
                <a:avLst/>
                <a:gdLst/>
                <a:ahLst/>
                <a:cxnLst/>
                <a:rect l="l" t="t" r="r" b="b"/>
                <a:pathLst>
                  <a:path w="1989" h="4501" extrusionOk="0">
                    <a:moveTo>
                      <a:pt x="917" y="0"/>
                    </a:moveTo>
                    <a:lnTo>
                      <a:pt x="0" y="3882"/>
                    </a:lnTo>
                    <a:lnTo>
                      <a:pt x="1072" y="4501"/>
                    </a:lnTo>
                    <a:lnTo>
                      <a:pt x="1989" y="619"/>
                    </a:lnTo>
                    <a:lnTo>
                      <a:pt x="9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61"/>
              <p:cNvSpPr/>
              <p:nvPr/>
            </p:nvSpPr>
            <p:spPr>
              <a:xfrm>
                <a:off x="1065411" y="2775723"/>
                <a:ext cx="21544" cy="22887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620" extrusionOk="0">
                    <a:moveTo>
                      <a:pt x="191" y="0"/>
                    </a:moveTo>
                    <a:lnTo>
                      <a:pt x="1" y="834"/>
                    </a:lnTo>
                    <a:lnTo>
                      <a:pt x="1334" y="1620"/>
                    </a:lnTo>
                    <a:lnTo>
                      <a:pt x="1525" y="774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61"/>
              <p:cNvSpPr/>
              <p:nvPr/>
            </p:nvSpPr>
            <p:spPr>
              <a:xfrm>
                <a:off x="1069791" y="2756876"/>
                <a:ext cx="21544" cy="22731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609" extrusionOk="0">
                    <a:moveTo>
                      <a:pt x="191" y="1"/>
                    </a:moveTo>
                    <a:lnTo>
                      <a:pt x="0" y="834"/>
                    </a:lnTo>
                    <a:lnTo>
                      <a:pt x="1322" y="1608"/>
                    </a:lnTo>
                    <a:lnTo>
                      <a:pt x="1524" y="775"/>
                    </a:lnTo>
                    <a:lnTo>
                      <a:pt x="1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61"/>
              <p:cNvSpPr/>
              <p:nvPr/>
            </p:nvSpPr>
            <p:spPr>
              <a:xfrm>
                <a:off x="1082237" y="2739203"/>
                <a:ext cx="18182" cy="17207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18" extrusionOk="0">
                    <a:moveTo>
                      <a:pt x="689" y="1"/>
                    </a:moveTo>
                    <a:cubicBezTo>
                      <a:pt x="471" y="1"/>
                      <a:pt x="250" y="139"/>
                      <a:pt x="143" y="371"/>
                    </a:cubicBezTo>
                    <a:cubicBezTo>
                      <a:pt x="0" y="680"/>
                      <a:pt x="108" y="1038"/>
                      <a:pt x="381" y="1169"/>
                    </a:cubicBezTo>
                    <a:cubicBezTo>
                      <a:pt x="453" y="1201"/>
                      <a:pt x="528" y="1217"/>
                      <a:pt x="602" y="1217"/>
                    </a:cubicBezTo>
                    <a:cubicBezTo>
                      <a:pt x="823" y="1217"/>
                      <a:pt x="1036" y="1079"/>
                      <a:pt x="1143" y="847"/>
                    </a:cubicBezTo>
                    <a:cubicBezTo>
                      <a:pt x="1286" y="538"/>
                      <a:pt x="1179" y="180"/>
                      <a:pt x="905" y="49"/>
                    </a:cubicBezTo>
                    <a:cubicBezTo>
                      <a:pt x="836" y="16"/>
                      <a:pt x="763" y="1"/>
                      <a:pt x="6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61"/>
              <p:cNvSpPr/>
              <p:nvPr/>
            </p:nvSpPr>
            <p:spPr>
              <a:xfrm>
                <a:off x="1012771" y="2705734"/>
                <a:ext cx="12121" cy="11387"/>
              </a:xfrm>
              <a:custGeom>
                <a:avLst/>
                <a:gdLst/>
                <a:ahLst/>
                <a:cxnLst/>
                <a:rect l="l" t="t" r="r" b="b"/>
                <a:pathLst>
                  <a:path w="858" h="806" extrusionOk="0">
                    <a:moveTo>
                      <a:pt x="448" y="0"/>
                    </a:moveTo>
                    <a:cubicBezTo>
                      <a:pt x="307" y="0"/>
                      <a:pt x="166" y="93"/>
                      <a:pt x="95" y="251"/>
                    </a:cubicBezTo>
                    <a:cubicBezTo>
                      <a:pt x="0" y="454"/>
                      <a:pt x="72" y="680"/>
                      <a:pt x="250" y="775"/>
                    </a:cubicBezTo>
                    <a:cubicBezTo>
                      <a:pt x="297" y="796"/>
                      <a:pt x="346" y="805"/>
                      <a:pt x="394" y="805"/>
                    </a:cubicBezTo>
                    <a:cubicBezTo>
                      <a:pt x="544" y="805"/>
                      <a:pt x="690" y="714"/>
                      <a:pt x="762" y="561"/>
                    </a:cubicBezTo>
                    <a:cubicBezTo>
                      <a:pt x="857" y="359"/>
                      <a:pt x="786" y="120"/>
                      <a:pt x="595" y="37"/>
                    </a:cubicBezTo>
                    <a:cubicBezTo>
                      <a:pt x="549" y="12"/>
                      <a:pt x="498" y="0"/>
                      <a:pt x="4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61"/>
              <p:cNvSpPr/>
              <p:nvPr/>
            </p:nvSpPr>
            <p:spPr>
              <a:xfrm>
                <a:off x="1008561" y="2722052"/>
                <a:ext cx="12121" cy="11387"/>
              </a:xfrm>
              <a:custGeom>
                <a:avLst/>
                <a:gdLst/>
                <a:ahLst/>
                <a:cxnLst/>
                <a:rect l="l" t="t" r="r" b="b"/>
                <a:pathLst>
                  <a:path w="858" h="806" extrusionOk="0">
                    <a:moveTo>
                      <a:pt x="448" y="0"/>
                    </a:moveTo>
                    <a:cubicBezTo>
                      <a:pt x="307" y="0"/>
                      <a:pt x="166" y="93"/>
                      <a:pt x="96" y="251"/>
                    </a:cubicBezTo>
                    <a:cubicBezTo>
                      <a:pt x="1" y="454"/>
                      <a:pt x="72" y="680"/>
                      <a:pt x="251" y="775"/>
                    </a:cubicBezTo>
                    <a:cubicBezTo>
                      <a:pt x="297" y="796"/>
                      <a:pt x="346" y="805"/>
                      <a:pt x="395" y="805"/>
                    </a:cubicBezTo>
                    <a:cubicBezTo>
                      <a:pt x="544" y="805"/>
                      <a:pt x="691" y="714"/>
                      <a:pt x="763" y="561"/>
                    </a:cubicBezTo>
                    <a:cubicBezTo>
                      <a:pt x="858" y="358"/>
                      <a:pt x="786" y="120"/>
                      <a:pt x="596" y="37"/>
                    </a:cubicBezTo>
                    <a:cubicBezTo>
                      <a:pt x="549" y="12"/>
                      <a:pt x="499" y="0"/>
                      <a:pt x="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61"/>
              <p:cNvSpPr/>
              <p:nvPr/>
            </p:nvSpPr>
            <p:spPr>
              <a:xfrm>
                <a:off x="991735" y="2391534"/>
                <a:ext cx="96406" cy="41224"/>
              </a:xfrm>
              <a:custGeom>
                <a:avLst/>
                <a:gdLst/>
                <a:ahLst/>
                <a:cxnLst/>
                <a:rect l="l" t="t" r="r" b="b"/>
                <a:pathLst>
                  <a:path w="6824" h="2918" extrusionOk="0">
                    <a:moveTo>
                      <a:pt x="6823" y="1"/>
                    </a:moveTo>
                    <a:cubicBezTo>
                      <a:pt x="6819" y="47"/>
                      <a:pt x="6816" y="101"/>
                      <a:pt x="6813" y="157"/>
                    </a:cubicBezTo>
                    <a:lnTo>
                      <a:pt x="6813" y="157"/>
                    </a:lnTo>
                    <a:cubicBezTo>
                      <a:pt x="6820" y="105"/>
                      <a:pt x="6823" y="53"/>
                      <a:pt x="6823" y="1"/>
                    </a:cubicBezTo>
                    <a:close/>
                    <a:moveTo>
                      <a:pt x="1" y="12"/>
                    </a:moveTo>
                    <a:cubicBezTo>
                      <a:pt x="2" y="63"/>
                      <a:pt x="6" y="114"/>
                      <a:pt x="14" y="164"/>
                    </a:cubicBezTo>
                    <a:lnTo>
                      <a:pt x="14" y="164"/>
                    </a:lnTo>
                    <a:cubicBezTo>
                      <a:pt x="10" y="112"/>
                      <a:pt x="7" y="58"/>
                      <a:pt x="1" y="12"/>
                    </a:cubicBezTo>
                    <a:close/>
                    <a:moveTo>
                      <a:pt x="6813" y="157"/>
                    </a:moveTo>
                    <a:lnTo>
                      <a:pt x="6813" y="157"/>
                    </a:lnTo>
                    <a:cubicBezTo>
                      <a:pt x="6749" y="625"/>
                      <a:pt x="6397" y="1076"/>
                      <a:pt x="5775" y="1429"/>
                    </a:cubicBezTo>
                    <a:cubicBezTo>
                      <a:pt x="5110" y="1797"/>
                      <a:pt x="4250" y="1982"/>
                      <a:pt x="3393" y="1982"/>
                    </a:cubicBezTo>
                    <a:cubicBezTo>
                      <a:pt x="2502" y="1982"/>
                      <a:pt x="1615" y="1782"/>
                      <a:pt x="953" y="1382"/>
                    </a:cubicBezTo>
                    <a:cubicBezTo>
                      <a:pt x="386" y="1039"/>
                      <a:pt x="79" y="610"/>
                      <a:pt x="14" y="164"/>
                    </a:cubicBezTo>
                    <a:lnTo>
                      <a:pt x="14" y="164"/>
                    </a:lnTo>
                    <a:cubicBezTo>
                      <a:pt x="16" y="207"/>
                      <a:pt x="19" y="249"/>
                      <a:pt x="25" y="286"/>
                    </a:cubicBezTo>
                    <a:cubicBezTo>
                      <a:pt x="37" y="382"/>
                      <a:pt x="49" y="513"/>
                      <a:pt x="72" y="608"/>
                    </a:cubicBezTo>
                    <a:cubicBezTo>
                      <a:pt x="108" y="727"/>
                      <a:pt x="156" y="882"/>
                      <a:pt x="203" y="1001"/>
                    </a:cubicBezTo>
                    <a:cubicBezTo>
                      <a:pt x="239" y="1096"/>
                      <a:pt x="299" y="1215"/>
                      <a:pt x="346" y="1310"/>
                    </a:cubicBezTo>
                    <a:cubicBezTo>
                      <a:pt x="406" y="1406"/>
                      <a:pt x="489" y="1536"/>
                      <a:pt x="560" y="1632"/>
                    </a:cubicBezTo>
                    <a:cubicBezTo>
                      <a:pt x="632" y="1727"/>
                      <a:pt x="751" y="1858"/>
                      <a:pt x="834" y="1941"/>
                    </a:cubicBezTo>
                    <a:cubicBezTo>
                      <a:pt x="894" y="2013"/>
                      <a:pt x="989" y="2096"/>
                      <a:pt x="1072" y="2156"/>
                    </a:cubicBezTo>
                    <a:cubicBezTo>
                      <a:pt x="1168" y="2227"/>
                      <a:pt x="1311" y="2322"/>
                      <a:pt x="1418" y="2394"/>
                    </a:cubicBezTo>
                    <a:cubicBezTo>
                      <a:pt x="1501" y="2441"/>
                      <a:pt x="1811" y="2620"/>
                      <a:pt x="2227" y="2751"/>
                    </a:cubicBezTo>
                    <a:cubicBezTo>
                      <a:pt x="2454" y="2822"/>
                      <a:pt x="2608" y="2846"/>
                      <a:pt x="2608" y="2846"/>
                    </a:cubicBezTo>
                    <a:cubicBezTo>
                      <a:pt x="2858" y="2882"/>
                      <a:pt x="2918" y="2894"/>
                      <a:pt x="3180" y="2918"/>
                    </a:cubicBezTo>
                    <a:lnTo>
                      <a:pt x="3561" y="2918"/>
                    </a:lnTo>
                    <a:cubicBezTo>
                      <a:pt x="3608" y="2918"/>
                      <a:pt x="3692" y="2906"/>
                      <a:pt x="3751" y="2906"/>
                    </a:cubicBezTo>
                    <a:cubicBezTo>
                      <a:pt x="3799" y="2906"/>
                      <a:pt x="3918" y="2894"/>
                      <a:pt x="4132" y="2858"/>
                    </a:cubicBezTo>
                    <a:cubicBezTo>
                      <a:pt x="4216" y="2846"/>
                      <a:pt x="4382" y="2810"/>
                      <a:pt x="4525" y="2775"/>
                    </a:cubicBezTo>
                    <a:cubicBezTo>
                      <a:pt x="4787" y="2691"/>
                      <a:pt x="4942" y="2632"/>
                      <a:pt x="4942" y="2632"/>
                    </a:cubicBezTo>
                    <a:cubicBezTo>
                      <a:pt x="5156" y="2525"/>
                      <a:pt x="5204" y="2513"/>
                      <a:pt x="5371" y="2418"/>
                    </a:cubicBezTo>
                    <a:cubicBezTo>
                      <a:pt x="5478" y="2346"/>
                      <a:pt x="5621" y="2251"/>
                      <a:pt x="5716" y="2179"/>
                    </a:cubicBezTo>
                    <a:cubicBezTo>
                      <a:pt x="6073" y="1906"/>
                      <a:pt x="6240" y="1667"/>
                      <a:pt x="6347" y="1525"/>
                    </a:cubicBezTo>
                    <a:cubicBezTo>
                      <a:pt x="6371" y="1489"/>
                      <a:pt x="6466" y="1358"/>
                      <a:pt x="6561" y="1155"/>
                    </a:cubicBezTo>
                    <a:cubicBezTo>
                      <a:pt x="6609" y="1048"/>
                      <a:pt x="6668" y="894"/>
                      <a:pt x="6704" y="774"/>
                    </a:cubicBezTo>
                    <a:cubicBezTo>
                      <a:pt x="6740" y="667"/>
                      <a:pt x="6776" y="524"/>
                      <a:pt x="6787" y="417"/>
                    </a:cubicBezTo>
                    <a:cubicBezTo>
                      <a:pt x="6802" y="337"/>
                      <a:pt x="6808" y="244"/>
                      <a:pt x="6813" y="157"/>
                    </a:cubicBezTo>
                    <a:close/>
                  </a:path>
                </a:pathLst>
              </a:custGeom>
              <a:solidFill>
                <a:srgbClr val="524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61"/>
              <p:cNvSpPr/>
              <p:nvPr/>
            </p:nvSpPr>
            <p:spPr>
              <a:xfrm>
                <a:off x="991732" y="2303729"/>
                <a:ext cx="96237" cy="75530"/>
              </a:xfrm>
              <a:custGeom>
                <a:avLst/>
                <a:gdLst/>
                <a:ahLst/>
                <a:cxnLst/>
                <a:rect l="l" t="t" r="r" b="b"/>
                <a:pathLst>
                  <a:path w="6812" h="4880" extrusionOk="0">
                    <a:moveTo>
                      <a:pt x="3454" y="1"/>
                    </a:moveTo>
                    <a:cubicBezTo>
                      <a:pt x="3323" y="1"/>
                      <a:pt x="3311" y="1"/>
                      <a:pt x="3073" y="12"/>
                    </a:cubicBezTo>
                    <a:cubicBezTo>
                      <a:pt x="3013" y="12"/>
                      <a:pt x="2930" y="24"/>
                      <a:pt x="2882" y="36"/>
                    </a:cubicBezTo>
                    <a:cubicBezTo>
                      <a:pt x="2799" y="36"/>
                      <a:pt x="2573" y="72"/>
                      <a:pt x="2489" y="96"/>
                    </a:cubicBezTo>
                    <a:cubicBezTo>
                      <a:pt x="2430" y="108"/>
                      <a:pt x="2346" y="131"/>
                      <a:pt x="2287" y="155"/>
                    </a:cubicBezTo>
                    <a:cubicBezTo>
                      <a:pt x="2168" y="191"/>
                      <a:pt x="2025" y="239"/>
                      <a:pt x="1906" y="274"/>
                    </a:cubicBezTo>
                    <a:cubicBezTo>
                      <a:pt x="1846" y="298"/>
                      <a:pt x="1715" y="358"/>
                      <a:pt x="1501" y="477"/>
                    </a:cubicBezTo>
                    <a:cubicBezTo>
                      <a:pt x="1394" y="524"/>
                      <a:pt x="1120" y="691"/>
                      <a:pt x="858" y="953"/>
                    </a:cubicBezTo>
                    <a:cubicBezTo>
                      <a:pt x="775" y="1024"/>
                      <a:pt x="668" y="1132"/>
                      <a:pt x="596" y="1227"/>
                    </a:cubicBezTo>
                    <a:cubicBezTo>
                      <a:pt x="525" y="1322"/>
                      <a:pt x="430" y="1453"/>
                      <a:pt x="370" y="1560"/>
                    </a:cubicBezTo>
                    <a:cubicBezTo>
                      <a:pt x="263" y="1727"/>
                      <a:pt x="144" y="2001"/>
                      <a:pt x="108" y="2144"/>
                    </a:cubicBezTo>
                    <a:cubicBezTo>
                      <a:pt x="84" y="2251"/>
                      <a:pt x="49" y="2394"/>
                      <a:pt x="25" y="2501"/>
                    </a:cubicBezTo>
                    <a:cubicBezTo>
                      <a:pt x="13" y="2620"/>
                      <a:pt x="1" y="2798"/>
                      <a:pt x="1" y="2918"/>
                    </a:cubicBezTo>
                    <a:cubicBezTo>
                      <a:pt x="1" y="3406"/>
                      <a:pt x="310" y="3894"/>
                      <a:pt x="941" y="4275"/>
                    </a:cubicBezTo>
                    <a:cubicBezTo>
                      <a:pt x="1611" y="4677"/>
                      <a:pt x="2503" y="4879"/>
                      <a:pt x="3395" y="4879"/>
                    </a:cubicBezTo>
                    <a:cubicBezTo>
                      <a:pt x="4247" y="4879"/>
                      <a:pt x="5101" y="4695"/>
                      <a:pt x="5764" y="4322"/>
                    </a:cubicBezTo>
                    <a:cubicBezTo>
                      <a:pt x="6466" y="3941"/>
                      <a:pt x="6811" y="3418"/>
                      <a:pt x="6811" y="2894"/>
                    </a:cubicBezTo>
                    <a:cubicBezTo>
                      <a:pt x="6811" y="2810"/>
                      <a:pt x="6799" y="2679"/>
                      <a:pt x="6787" y="2584"/>
                    </a:cubicBezTo>
                    <a:cubicBezTo>
                      <a:pt x="6776" y="2489"/>
                      <a:pt x="6764" y="2358"/>
                      <a:pt x="6728" y="2263"/>
                    </a:cubicBezTo>
                    <a:cubicBezTo>
                      <a:pt x="6704" y="2144"/>
                      <a:pt x="6645" y="1989"/>
                      <a:pt x="6597" y="1870"/>
                    </a:cubicBezTo>
                    <a:cubicBezTo>
                      <a:pt x="6561" y="1775"/>
                      <a:pt x="6502" y="1655"/>
                      <a:pt x="6442" y="1560"/>
                    </a:cubicBezTo>
                    <a:cubicBezTo>
                      <a:pt x="6383" y="1465"/>
                      <a:pt x="6299" y="1334"/>
                      <a:pt x="6228" y="1239"/>
                    </a:cubicBezTo>
                    <a:cubicBezTo>
                      <a:pt x="6145" y="1144"/>
                      <a:pt x="6025" y="1024"/>
                      <a:pt x="5942" y="929"/>
                    </a:cubicBezTo>
                    <a:cubicBezTo>
                      <a:pt x="5894" y="882"/>
                      <a:pt x="5811" y="810"/>
                      <a:pt x="5752" y="763"/>
                    </a:cubicBezTo>
                    <a:cubicBezTo>
                      <a:pt x="5644" y="691"/>
                      <a:pt x="5513" y="596"/>
                      <a:pt x="5406" y="524"/>
                    </a:cubicBezTo>
                    <a:cubicBezTo>
                      <a:pt x="5192" y="405"/>
                      <a:pt x="5037" y="334"/>
                      <a:pt x="4978" y="310"/>
                    </a:cubicBezTo>
                    <a:cubicBezTo>
                      <a:pt x="4918" y="286"/>
                      <a:pt x="4847" y="251"/>
                      <a:pt x="4787" y="239"/>
                    </a:cubicBezTo>
                    <a:cubicBezTo>
                      <a:pt x="4728" y="215"/>
                      <a:pt x="4656" y="191"/>
                      <a:pt x="4597" y="167"/>
                    </a:cubicBezTo>
                    <a:cubicBezTo>
                      <a:pt x="4537" y="155"/>
                      <a:pt x="4466" y="131"/>
                      <a:pt x="4406" y="120"/>
                    </a:cubicBezTo>
                    <a:cubicBezTo>
                      <a:pt x="4335" y="96"/>
                      <a:pt x="4109" y="48"/>
                      <a:pt x="4025" y="48"/>
                    </a:cubicBezTo>
                    <a:cubicBezTo>
                      <a:pt x="3966" y="36"/>
                      <a:pt x="3882" y="24"/>
                      <a:pt x="3835" y="24"/>
                    </a:cubicBezTo>
                    <a:cubicBezTo>
                      <a:pt x="3716" y="12"/>
                      <a:pt x="3561" y="1"/>
                      <a:pt x="3454" y="1"/>
                    </a:cubicBezTo>
                    <a:close/>
                  </a:path>
                </a:pathLst>
              </a:custGeom>
              <a:solidFill>
                <a:srgbClr val="6C64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61"/>
              <p:cNvSpPr/>
              <p:nvPr/>
            </p:nvSpPr>
            <p:spPr>
              <a:xfrm>
                <a:off x="991732" y="2344777"/>
                <a:ext cx="96406" cy="78912"/>
              </a:xfrm>
              <a:custGeom>
                <a:avLst/>
                <a:gdLst/>
                <a:ahLst/>
                <a:cxnLst/>
                <a:rect l="l" t="t" r="r" b="b"/>
                <a:pathLst>
                  <a:path w="6824" h="5297" extrusionOk="0">
                    <a:moveTo>
                      <a:pt x="6811" y="1"/>
                    </a:moveTo>
                    <a:cubicBezTo>
                      <a:pt x="6811" y="513"/>
                      <a:pt x="6466" y="1036"/>
                      <a:pt x="5764" y="1429"/>
                    </a:cubicBezTo>
                    <a:cubicBezTo>
                      <a:pt x="5098" y="1797"/>
                      <a:pt x="4241" y="1982"/>
                      <a:pt x="3385" y="1982"/>
                    </a:cubicBezTo>
                    <a:cubicBezTo>
                      <a:pt x="2496" y="1982"/>
                      <a:pt x="1609" y="1782"/>
                      <a:pt x="941" y="1382"/>
                    </a:cubicBezTo>
                    <a:cubicBezTo>
                      <a:pt x="310" y="1001"/>
                      <a:pt x="1" y="501"/>
                      <a:pt x="1" y="13"/>
                    </a:cubicBezTo>
                    <a:lnTo>
                      <a:pt x="1" y="3322"/>
                    </a:lnTo>
                    <a:cubicBezTo>
                      <a:pt x="13" y="3823"/>
                      <a:pt x="322" y="4311"/>
                      <a:pt x="953" y="4692"/>
                    </a:cubicBezTo>
                    <a:cubicBezTo>
                      <a:pt x="1617" y="5094"/>
                      <a:pt x="2509" y="5296"/>
                      <a:pt x="3403" y="5296"/>
                    </a:cubicBezTo>
                    <a:cubicBezTo>
                      <a:pt x="4256" y="5296"/>
                      <a:pt x="5112" y="5112"/>
                      <a:pt x="5775" y="4739"/>
                    </a:cubicBezTo>
                    <a:cubicBezTo>
                      <a:pt x="6466" y="4346"/>
                      <a:pt x="6823" y="3823"/>
                      <a:pt x="6823" y="3311"/>
                    </a:cubicBezTo>
                    <a:lnTo>
                      <a:pt x="6811" y="1"/>
                    </a:lnTo>
                    <a:close/>
                  </a:path>
                </a:pathLst>
              </a:custGeom>
              <a:solidFill>
                <a:srgbClr val="524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9" name="Google Shape;1639;p61"/>
            <p:cNvSpPr/>
            <p:nvPr/>
          </p:nvSpPr>
          <p:spPr>
            <a:xfrm>
              <a:off x="1237002" y="4752378"/>
              <a:ext cx="57514" cy="56441"/>
            </a:xfrm>
            <a:custGeom>
              <a:avLst/>
              <a:gdLst/>
              <a:ahLst/>
              <a:cxnLst/>
              <a:rect l="l" t="t" r="r" b="b"/>
              <a:pathLst>
                <a:path w="1692" h="1661" extrusionOk="0">
                  <a:moveTo>
                    <a:pt x="1" y="0"/>
                  </a:moveTo>
                  <a:lnTo>
                    <a:pt x="1" y="1465"/>
                  </a:lnTo>
                  <a:cubicBezTo>
                    <a:pt x="233" y="1595"/>
                    <a:pt x="539" y="1661"/>
                    <a:pt x="846" y="1661"/>
                  </a:cubicBezTo>
                  <a:cubicBezTo>
                    <a:pt x="1152" y="1661"/>
                    <a:pt x="1459" y="1595"/>
                    <a:pt x="1691" y="1465"/>
                  </a:cubicBezTo>
                  <a:lnTo>
                    <a:pt x="1691" y="0"/>
                  </a:lnTo>
                  <a:cubicBezTo>
                    <a:pt x="1459" y="137"/>
                    <a:pt x="1152" y="205"/>
                    <a:pt x="846" y="205"/>
                  </a:cubicBezTo>
                  <a:cubicBezTo>
                    <a:pt x="539" y="205"/>
                    <a:pt x="233" y="137"/>
                    <a:pt x="1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61"/>
            <p:cNvSpPr/>
            <p:nvPr/>
          </p:nvSpPr>
          <p:spPr>
            <a:xfrm flipH="1">
              <a:off x="1443926" y="4745525"/>
              <a:ext cx="327774" cy="226248"/>
            </a:xfrm>
            <a:custGeom>
              <a:avLst/>
              <a:gdLst/>
              <a:ahLst/>
              <a:cxnLst/>
              <a:rect l="l" t="t" r="r" b="b"/>
              <a:pathLst>
                <a:path w="11800" h="8145" extrusionOk="0">
                  <a:moveTo>
                    <a:pt x="11800" y="1"/>
                  </a:moveTo>
                  <a:lnTo>
                    <a:pt x="1" y="6847"/>
                  </a:lnTo>
                  <a:lnTo>
                    <a:pt x="1" y="8145"/>
                  </a:lnTo>
                  <a:lnTo>
                    <a:pt x="11800" y="1287"/>
                  </a:lnTo>
                  <a:lnTo>
                    <a:pt x="11800" y="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61"/>
            <p:cNvSpPr/>
            <p:nvPr/>
          </p:nvSpPr>
          <p:spPr>
            <a:xfrm>
              <a:off x="1299129" y="4471341"/>
              <a:ext cx="362584" cy="258715"/>
            </a:xfrm>
            <a:custGeom>
              <a:avLst/>
              <a:gdLst/>
              <a:ahLst/>
              <a:cxnLst/>
              <a:rect l="l" t="t" r="r" b="b"/>
              <a:pathLst>
                <a:path w="10598" h="7562" extrusionOk="0">
                  <a:moveTo>
                    <a:pt x="10585" y="1"/>
                  </a:moveTo>
                  <a:lnTo>
                    <a:pt x="6323" y="2465"/>
                  </a:lnTo>
                  <a:lnTo>
                    <a:pt x="0" y="6108"/>
                  </a:lnTo>
                  <a:lnTo>
                    <a:pt x="12" y="7561"/>
                  </a:lnTo>
                  <a:lnTo>
                    <a:pt x="6335" y="3906"/>
                  </a:lnTo>
                  <a:lnTo>
                    <a:pt x="10597" y="1453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61"/>
            <p:cNvSpPr/>
            <p:nvPr/>
          </p:nvSpPr>
          <p:spPr>
            <a:xfrm>
              <a:off x="1297343" y="4472532"/>
              <a:ext cx="362584" cy="258715"/>
            </a:xfrm>
            <a:custGeom>
              <a:avLst/>
              <a:gdLst/>
              <a:ahLst/>
              <a:cxnLst/>
              <a:rect l="l" t="t" r="r" b="b"/>
              <a:pathLst>
                <a:path w="10598" h="7562" extrusionOk="0">
                  <a:moveTo>
                    <a:pt x="10585" y="1"/>
                  </a:moveTo>
                  <a:lnTo>
                    <a:pt x="6323" y="2465"/>
                  </a:lnTo>
                  <a:lnTo>
                    <a:pt x="0" y="6108"/>
                  </a:lnTo>
                  <a:lnTo>
                    <a:pt x="12" y="7561"/>
                  </a:lnTo>
                  <a:lnTo>
                    <a:pt x="6335" y="3906"/>
                  </a:lnTo>
                  <a:lnTo>
                    <a:pt x="10597" y="1453"/>
                  </a:lnTo>
                  <a:lnTo>
                    <a:pt x="10585" y="1"/>
                  </a:ln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61"/>
            <p:cNvSpPr/>
            <p:nvPr/>
          </p:nvSpPr>
          <p:spPr>
            <a:xfrm>
              <a:off x="1237002" y="4751782"/>
              <a:ext cx="57515" cy="56441"/>
            </a:xfrm>
            <a:custGeom>
              <a:avLst/>
              <a:gdLst/>
              <a:ahLst/>
              <a:cxnLst/>
              <a:rect l="l" t="t" r="r" b="b"/>
              <a:pathLst>
                <a:path w="1692" h="1661" extrusionOk="0">
                  <a:moveTo>
                    <a:pt x="1" y="0"/>
                  </a:moveTo>
                  <a:lnTo>
                    <a:pt x="1" y="1465"/>
                  </a:lnTo>
                  <a:cubicBezTo>
                    <a:pt x="233" y="1595"/>
                    <a:pt x="539" y="1661"/>
                    <a:pt x="846" y="1661"/>
                  </a:cubicBezTo>
                  <a:cubicBezTo>
                    <a:pt x="1152" y="1661"/>
                    <a:pt x="1459" y="1595"/>
                    <a:pt x="1691" y="1465"/>
                  </a:cubicBezTo>
                  <a:lnTo>
                    <a:pt x="1691" y="0"/>
                  </a:lnTo>
                  <a:cubicBezTo>
                    <a:pt x="1459" y="137"/>
                    <a:pt x="1152" y="205"/>
                    <a:pt x="846" y="205"/>
                  </a:cubicBezTo>
                  <a:cubicBezTo>
                    <a:pt x="539" y="205"/>
                    <a:pt x="233" y="137"/>
                    <a:pt x="1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61"/>
            <p:cNvSpPr/>
            <p:nvPr/>
          </p:nvSpPr>
          <p:spPr>
            <a:xfrm>
              <a:off x="1734794" y="4160153"/>
              <a:ext cx="466043" cy="318553"/>
            </a:xfrm>
            <a:custGeom>
              <a:avLst/>
              <a:gdLst/>
              <a:ahLst/>
              <a:cxnLst/>
              <a:rect l="l" t="t" r="r" b="b"/>
              <a:pathLst>
                <a:path w="13622" h="9311" extrusionOk="0">
                  <a:moveTo>
                    <a:pt x="13621" y="0"/>
                  </a:moveTo>
                  <a:lnTo>
                    <a:pt x="0" y="7858"/>
                  </a:lnTo>
                  <a:lnTo>
                    <a:pt x="12" y="9311"/>
                  </a:lnTo>
                  <a:lnTo>
                    <a:pt x="13621" y="1453"/>
                  </a:lnTo>
                  <a:lnTo>
                    <a:pt x="13621" y="0"/>
                  </a:ln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61"/>
            <p:cNvSpPr/>
            <p:nvPr/>
          </p:nvSpPr>
          <p:spPr>
            <a:xfrm>
              <a:off x="1732413" y="4161339"/>
              <a:ext cx="466043" cy="318553"/>
            </a:xfrm>
            <a:custGeom>
              <a:avLst/>
              <a:gdLst/>
              <a:ahLst/>
              <a:cxnLst/>
              <a:rect l="l" t="t" r="r" b="b"/>
              <a:pathLst>
                <a:path w="13622" h="9311" extrusionOk="0">
                  <a:moveTo>
                    <a:pt x="13621" y="0"/>
                  </a:moveTo>
                  <a:lnTo>
                    <a:pt x="0" y="7858"/>
                  </a:lnTo>
                  <a:lnTo>
                    <a:pt x="12" y="9311"/>
                  </a:lnTo>
                  <a:lnTo>
                    <a:pt x="13621" y="1453"/>
                  </a:lnTo>
                  <a:lnTo>
                    <a:pt x="13621" y="0"/>
                  </a:ln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61"/>
            <p:cNvSpPr/>
            <p:nvPr/>
          </p:nvSpPr>
          <p:spPr>
            <a:xfrm>
              <a:off x="2221592" y="4116752"/>
              <a:ext cx="53406" cy="55835"/>
            </a:xfrm>
            <a:custGeom>
              <a:avLst/>
              <a:gdLst/>
              <a:ahLst/>
              <a:cxnLst/>
              <a:rect l="l" t="t" r="r" b="b"/>
              <a:pathLst>
                <a:path w="1561" h="1632" extrusionOk="0">
                  <a:moveTo>
                    <a:pt x="1" y="0"/>
                  </a:moveTo>
                  <a:lnTo>
                    <a:pt x="1" y="1453"/>
                  </a:lnTo>
                  <a:cubicBezTo>
                    <a:pt x="215" y="1572"/>
                    <a:pt x="498" y="1631"/>
                    <a:pt x="781" y="1631"/>
                  </a:cubicBezTo>
                  <a:cubicBezTo>
                    <a:pt x="1063" y="1631"/>
                    <a:pt x="1346" y="1572"/>
                    <a:pt x="1560" y="1453"/>
                  </a:cubicBezTo>
                  <a:lnTo>
                    <a:pt x="1560" y="0"/>
                  </a:lnTo>
                  <a:cubicBezTo>
                    <a:pt x="1346" y="125"/>
                    <a:pt x="1063" y="188"/>
                    <a:pt x="781" y="188"/>
                  </a:cubicBezTo>
                  <a:cubicBezTo>
                    <a:pt x="498" y="188"/>
                    <a:pt x="215" y="125"/>
                    <a:pt x="1" y="0"/>
                  </a:cubicBez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61"/>
            <p:cNvSpPr/>
            <p:nvPr/>
          </p:nvSpPr>
          <p:spPr>
            <a:xfrm>
              <a:off x="2274417" y="3958456"/>
              <a:ext cx="275411" cy="208594"/>
            </a:xfrm>
            <a:custGeom>
              <a:avLst/>
              <a:gdLst/>
              <a:ahLst/>
              <a:cxnLst/>
              <a:rect l="l" t="t" r="r" b="b"/>
              <a:pathLst>
                <a:path w="8050" h="6097" extrusionOk="0">
                  <a:moveTo>
                    <a:pt x="8037" y="1"/>
                  </a:moveTo>
                  <a:lnTo>
                    <a:pt x="0" y="4644"/>
                  </a:lnTo>
                  <a:lnTo>
                    <a:pt x="0" y="6097"/>
                  </a:lnTo>
                  <a:lnTo>
                    <a:pt x="8049" y="1453"/>
                  </a:lnTo>
                  <a:lnTo>
                    <a:pt x="8037" y="1"/>
                  </a:ln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61"/>
            <p:cNvSpPr/>
            <p:nvPr/>
          </p:nvSpPr>
          <p:spPr>
            <a:xfrm>
              <a:off x="2276211" y="3957256"/>
              <a:ext cx="275411" cy="208594"/>
            </a:xfrm>
            <a:custGeom>
              <a:avLst/>
              <a:gdLst/>
              <a:ahLst/>
              <a:cxnLst/>
              <a:rect l="l" t="t" r="r" b="b"/>
              <a:pathLst>
                <a:path w="8050" h="6097" extrusionOk="0">
                  <a:moveTo>
                    <a:pt x="8037" y="1"/>
                  </a:moveTo>
                  <a:lnTo>
                    <a:pt x="0" y="4644"/>
                  </a:lnTo>
                  <a:lnTo>
                    <a:pt x="0" y="6097"/>
                  </a:lnTo>
                  <a:lnTo>
                    <a:pt x="8049" y="1453"/>
                  </a:lnTo>
                  <a:lnTo>
                    <a:pt x="8037" y="1"/>
                  </a:lnTo>
                  <a:close/>
                </a:path>
              </a:pathLst>
            </a:custGeom>
            <a:solidFill>
              <a:srgbClr val="5A7D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9" name="Google Shape;1649;p61"/>
          <p:cNvSpPr txBox="1">
            <a:spLocks noGrp="1"/>
          </p:cNvSpPr>
          <p:nvPr>
            <p:ph type="title"/>
          </p:nvPr>
        </p:nvSpPr>
        <p:spPr>
          <a:xfrm>
            <a:off x="2221592" y="1414475"/>
            <a:ext cx="4816500" cy="23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/>
              <a:t>Thanks For Listening </a:t>
            </a:r>
            <a:endParaRPr sz="6600" dirty="0"/>
          </a:p>
        </p:txBody>
      </p:sp>
      <p:sp>
        <p:nvSpPr>
          <p:cNvPr id="1650" name="Google Shape;1650;p61"/>
          <p:cNvSpPr/>
          <p:nvPr/>
        </p:nvSpPr>
        <p:spPr>
          <a:xfrm rot="1932490">
            <a:off x="6242175" y="4184625"/>
            <a:ext cx="508489" cy="612048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61"/>
          <p:cNvSpPr/>
          <p:nvPr/>
        </p:nvSpPr>
        <p:spPr>
          <a:xfrm rot="7870648">
            <a:off x="1611359" y="1662602"/>
            <a:ext cx="389268" cy="468539"/>
          </a:xfrm>
          <a:custGeom>
            <a:avLst/>
            <a:gdLst/>
            <a:ahLst/>
            <a:cxnLst/>
            <a:rect l="l" t="t" r="r" b="b"/>
            <a:pathLst>
              <a:path w="3442" h="4143" extrusionOk="0">
                <a:moveTo>
                  <a:pt x="1943" y="0"/>
                </a:moveTo>
                <a:cubicBezTo>
                  <a:pt x="1302" y="0"/>
                  <a:pt x="627" y="453"/>
                  <a:pt x="351" y="1210"/>
                </a:cubicBezTo>
                <a:cubicBezTo>
                  <a:pt x="131" y="1814"/>
                  <a:pt x="0" y="2484"/>
                  <a:pt x="197" y="3096"/>
                </a:cubicBezTo>
                <a:cubicBezTo>
                  <a:pt x="378" y="3661"/>
                  <a:pt x="910" y="4143"/>
                  <a:pt x="1491" y="4143"/>
                </a:cubicBezTo>
                <a:cubicBezTo>
                  <a:pt x="1540" y="4143"/>
                  <a:pt x="1588" y="4140"/>
                  <a:pt x="1637" y="4133"/>
                </a:cubicBezTo>
                <a:cubicBezTo>
                  <a:pt x="2149" y="4061"/>
                  <a:pt x="2541" y="3639"/>
                  <a:pt x="2815" y="3201"/>
                </a:cubicBezTo>
                <a:cubicBezTo>
                  <a:pt x="3195" y="2591"/>
                  <a:pt x="3441" y="1846"/>
                  <a:pt x="3256" y="1151"/>
                </a:cubicBezTo>
                <a:cubicBezTo>
                  <a:pt x="3042" y="350"/>
                  <a:pt x="2506" y="0"/>
                  <a:pt x="1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61"/>
          <p:cNvSpPr/>
          <p:nvPr/>
        </p:nvSpPr>
        <p:spPr>
          <a:xfrm rot="-5400000">
            <a:off x="7053807" y="3229577"/>
            <a:ext cx="633238" cy="498905"/>
          </a:xfrm>
          <a:custGeom>
            <a:avLst/>
            <a:gdLst/>
            <a:ahLst/>
            <a:cxnLst/>
            <a:rect l="l" t="t" r="r" b="b"/>
            <a:pathLst>
              <a:path w="10157" h="8002" extrusionOk="0">
                <a:moveTo>
                  <a:pt x="4516" y="1"/>
                </a:moveTo>
                <a:cubicBezTo>
                  <a:pt x="1685" y="1"/>
                  <a:pt x="0" y="3627"/>
                  <a:pt x="1423" y="5974"/>
                </a:cubicBezTo>
                <a:cubicBezTo>
                  <a:pt x="2140" y="7157"/>
                  <a:pt x="3480" y="7920"/>
                  <a:pt x="4861" y="7996"/>
                </a:cubicBezTo>
                <a:cubicBezTo>
                  <a:pt x="4935" y="8000"/>
                  <a:pt x="5009" y="8002"/>
                  <a:pt x="5082" y="8002"/>
                </a:cubicBezTo>
                <a:cubicBezTo>
                  <a:pt x="6407" y="8002"/>
                  <a:pt x="7739" y="7367"/>
                  <a:pt x="8476" y="6267"/>
                </a:cubicBezTo>
                <a:cubicBezTo>
                  <a:pt x="10156" y="3762"/>
                  <a:pt x="7731" y="446"/>
                  <a:pt x="5028" y="40"/>
                </a:cubicBezTo>
                <a:cubicBezTo>
                  <a:pt x="4854" y="13"/>
                  <a:pt x="4683" y="1"/>
                  <a:pt x="45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3" name="Google Shape;1653;p61"/>
          <p:cNvGrpSpPr/>
          <p:nvPr/>
        </p:nvGrpSpPr>
        <p:grpSpPr>
          <a:xfrm>
            <a:off x="6910695" y="-585683"/>
            <a:ext cx="2419437" cy="2577216"/>
            <a:chOff x="6910695" y="-585683"/>
            <a:chExt cx="2419437" cy="2577216"/>
          </a:xfrm>
        </p:grpSpPr>
        <p:grpSp>
          <p:nvGrpSpPr>
            <p:cNvPr id="1654" name="Google Shape;1654;p61"/>
            <p:cNvGrpSpPr/>
            <p:nvPr/>
          </p:nvGrpSpPr>
          <p:grpSpPr>
            <a:xfrm>
              <a:off x="6910695" y="-585683"/>
              <a:ext cx="2419437" cy="2577216"/>
              <a:chOff x="6009477" y="909940"/>
              <a:chExt cx="408247" cy="434892"/>
            </a:xfrm>
          </p:grpSpPr>
          <p:sp>
            <p:nvSpPr>
              <p:cNvPr id="1655" name="Google Shape;1655;p61"/>
              <p:cNvSpPr/>
              <p:nvPr/>
            </p:nvSpPr>
            <p:spPr>
              <a:xfrm>
                <a:off x="6354137" y="909940"/>
                <a:ext cx="30120" cy="8152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577" extrusionOk="0">
                    <a:moveTo>
                      <a:pt x="1058" y="0"/>
                    </a:moveTo>
                    <a:cubicBezTo>
                      <a:pt x="825" y="0"/>
                      <a:pt x="614" y="55"/>
                      <a:pt x="429" y="160"/>
                    </a:cubicBezTo>
                    <a:lnTo>
                      <a:pt x="0" y="410"/>
                    </a:lnTo>
                    <a:cubicBezTo>
                      <a:pt x="185" y="305"/>
                      <a:pt x="397" y="250"/>
                      <a:pt x="630" y="250"/>
                    </a:cubicBezTo>
                    <a:cubicBezTo>
                      <a:pt x="952" y="250"/>
                      <a:pt x="1316" y="355"/>
                      <a:pt x="1703" y="576"/>
                    </a:cubicBezTo>
                    <a:lnTo>
                      <a:pt x="2131" y="326"/>
                    </a:lnTo>
                    <a:cubicBezTo>
                      <a:pt x="1744" y="105"/>
                      <a:pt x="1381" y="0"/>
                      <a:pt x="1058" y="0"/>
                    </a:cubicBez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61"/>
              <p:cNvSpPr/>
              <p:nvPr/>
            </p:nvSpPr>
            <p:spPr>
              <a:xfrm>
                <a:off x="6378182" y="914546"/>
                <a:ext cx="39543" cy="83112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5883" extrusionOk="0">
                    <a:moveTo>
                      <a:pt x="429" y="0"/>
                    </a:moveTo>
                    <a:lnTo>
                      <a:pt x="1" y="250"/>
                    </a:lnTo>
                    <a:cubicBezTo>
                      <a:pt x="1311" y="1012"/>
                      <a:pt x="2370" y="2846"/>
                      <a:pt x="2370" y="4358"/>
                    </a:cubicBezTo>
                    <a:cubicBezTo>
                      <a:pt x="2370" y="5108"/>
                      <a:pt x="2108" y="5644"/>
                      <a:pt x="1680" y="5882"/>
                    </a:cubicBezTo>
                    <a:lnTo>
                      <a:pt x="2108" y="5644"/>
                    </a:lnTo>
                    <a:cubicBezTo>
                      <a:pt x="2537" y="5394"/>
                      <a:pt x="2799" y="4858"/>
                      <a:pt x="2799" y="4108"/>
                    </a:cubicBezTo>
                    <a:cubicBezTo>
                      <a:pt x="2799" y="2596"/>
                      <a:pt x="1739" y="762"/>
                      <a:pt x="429" y="0"/>
                    </a:cubicBez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61"/>
              <p:cNvSpPr/>
              <p:nvPr/>
            </p:nvSpPr>
            <p:spPr>
              <a:xfrm>
                <a:off x="6344374" y="913430"/>
                <a:ext cx="67303" cy="86517"/>
              </a:xfrm>
              <a:custGeom>
                <a:avLst/>
                <a:gdLst/>
                <a:ahLst/>
                <a:cxnLst/>
                <a:rect l="l" t="t" r="r" b="b"/>
                <a:pathLst>
                  <a:path w="4764" h="6124" extrusionOk="0">
                    <a:moveTo>
                      <a:pt x="1318" y="1"/>
                    </a:moveTo>
                    <a:cubicBezTo>
                      <a:pt x="537" y="1"/>
                      <a:pt x="1" y="617"/>
                      <a:pt x="1" y="1687"/>
                    </a:cubicBezTo>
                    <a:cubicBezTo>
                      <a:pt x="1" y="3199"/>
                      <a:pt x="1060" y="5044"/>
                      <a:pt x="2370" y="5794"/>
                    </a:cubicBezTo>
                    <a:cubicBezTo>
                      <a:pt x="2757" y="6018"/>
                      <a:pt x="3122" y="6123"/>
                      <a:pt x="3446" y="6123"/>
                    </a:cubicBezTo>
                    <a:cubicBezTo>
                      <a:pt x="4227" y="6123"/>
                      <a:pt x="4763" y="5506"/>
                      <a:pt x="4763" y="4437"/>
                    </a:cubicBezTo>
                    <a:cubicBezTo>
                      <a:pt x="4763" y="2925"/>
                      <a:pt x="3704" y="1091"/>
                      <a:pt x="2394" y="329"/>
                    </a:cubicBezTo>
                    <a:cubicBezTo>
                      <a:pt x="2007" y="106"/>
                      <a:pt x="1641" y="1"/>
                      <a:pt x="1318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61"/>
              <p:cNvSpPr/>
              <p:nvPr/>
            </p:nvSpPr>
            <p:spPr>
              <a:xfrm>
                <a:off x="6314099" y="923813"/>
                <a:ext cx="58883" cy="35658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524" extrusionOk="0">
                    <a:moveTo>
                      <a:pt x="3598" y="1"/>
                    </a:moveTo>
                    <a:cubicBezTo>
                      <a:pt x="3417" y="1"/>
                      <a:pt x="3253" y="45"/>
                      <a:pt x="3108" y="130"/>
                    </a:cubicBezTo>
                    <a:lnTo>
                      <a:pt x="1" y="1916"/>
                    </a:lnTo>
                    <a:lnTo>
                      <a:pt x="1" y="2523"/>
                    </a:lnTo>
                    <a:lnTo>
                      <a:pt x="4168" y="130"/>
                    </a:lnTo>
                    <a:cubicBezTo>
                      <a:pt x="3963" y="42"/>
                      <a:pt x="3773" y="1"/>
                      <a:pt x="3598" y="1"/>
                    </a:cubicBezTo>
                    <a:close/>
                  </a:path>
                </a:pathLst>
              </a:custGeom>
              <a:solidFill>
                <a:srgbClr val="E4BD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61"/>
              <p:cNvSpPr/>
              <p:nvPr/>
            </p:nvSpPr>
            <p:spPr>
              <a:xfrm>
                <a:off x="6314099" y="925650"/>
                <a:ext cx="88495" cy="91687"/>
              </a:xfrm>
              <a:custGeom>
                <a:avLst/>
                <a:gdLst/>
                <a:ahLst/>
                <a:cxnLst/>
                <a:rect l="l" t="t" r="r" b="b"/>
                <a:pathLst>
                  <a:path w="6264" h="6490" extrusionOk="0">
                    <a:moveTo>
                      <a:pt x="4168" y="0"/>
                    </a:moveTo>
                    <a:lnTo>
                      <a:pt x="1" y="2393"/>
                    </a:lnTo>
                    <a:lnTo>
                      <a:pt x="1" y="6489"/>
                    </a:lnTo>
                    <a:lnTo>
                      <a:pt x="6263" y="2893"/>
                    </a:lnTo>
                    <a:cubicBezTo>
                      <a:pt x="6085" y="1810"/>
                      <a:pt x="5335" y="655"/>
                      <a:pt x="4442" y="131"/>
                    </a:cubicBezTo>
                    <a:cubicBezTo>
                      <a:pt x="4346" y="84"/>
                      <a:pt x="4251" y="36"/>
                      <a:pt x="4168" y="0"/>
                    </a:cubicBezTo>
                    <a:close/>
                  </a:path>
                </a:pathLst>
              </a:custGeom>
              <a:solidFill>
                <a:srgbClr val="EFD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61"/>
              <p:cNvSpPr/>
              <p:nvPr/>
            </p:nvSpPr>
            <p:spPr>
              <a:xfrm>
                <a:off x="6314099" y="966521"/>
                <a:ext cx="88989" cy="70157"/>
              </a:xfrm>
              <a:custGeom>
                <a:avLst/>
                <a:gdLst/>
                <a:ahLst/>
                <a:cxnLst/>
                <a:rect l="l" t="t" r="r" b="b"/>
                <a:pathLst>
                  <a:path w="6299" h="4966" extrusionOk="0">
                    <a:moveTo>
                      <a:pt x="6263" y="0"/>
                    </a:moveTo>
                    <a:lnTo>
                      <a:pt x="1" y="3596"/>
                    </a:lnTo>
                    <a:lnTo>
                      <a:pt x="1" y="4965"/>
                    </a:lnTo>
                    <a:lnTo>
                      <a:pt x="5763" y="1667"/>
                    </a:lnTo>
                    <a:cubicBezTo>
                      <a:pt x="6097" y="1465"/>
                      <a:pt x="6299" y="1048"/>
                      <a:pt x="6299" y="465"/>
                    </a:cubicBezTo>
                    <a:cubicBezTo>
                      <a:pt x="6299" y="310"/>
                      <a:pt x="6287" y="155"/>
                      <a:pt x="6263" y="0"/>
                    </a:cubicBezTo>
                    <a:close/>
                  </a:path>
                </a:pathLst>
              </a:custGeom>
              <a:solidFill>
                <a:srgbClr val="E4BD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61"/>
              <p:cNvSpPr/>
              <p:nvPr/>
            </p:nvSpPr>
            <p:spPr>
              <a:xfrm>
                <a:off x="6244633" y="982330"/>
                <a:ext cx="116411" cy="67473"/>
              </a:xfrm>
              <a:custGeom>
                <a:avLst/>
                <a:gdLst/>
                <a:ahLst/>
                <a:cxnLst/>
                <a:rect l="l" t="t" r="r" b="b"/>
                <a:pathLst>
                  <a:path w="8240" h="4776" extrusionOk="0">
                    <a:moveTo>
                      <a:pt x="4322" y="1"/>
                    </a:moveTo>
                    <a:lnTo>
                      <a:pt x="0" y="2489"/>
                    </a:lnTo>
                    <a:lnTo>
                      <a:pt x="3917" y="4775"/>
                    </a:lnTo>
                    <a:lnTo>
                      <a:pt x="8239" y="2275"/>
                    </a:lnTo>
                    <a:lnTo>
                      <a:pt x="4322" y="1"/>
                    </a:lnTo>
                    <a:close/>
                  </a:path>
                </a:pathLst>
              </a:custGeom>
              <a:solidFill>
                <a:srgbClr val="0250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61"/>
              <p:cNvSpPr/>
              <p:nvPr/>
            </p:nvSpPr>
            <p:spPr>
              <a:xfrm>
                <a:off x="6304336" y="1031283"/>
                <a:ext cx="69154" cy="45434"/>
              </a:xfrm>
              <a:custGeom>
                <a:avLst/>
                <a:gdLst/>
                <a:ahLst/>
                <a:cxnLst/>
                <a:rect l="l" t="t" r="r" b="b"/>
                <a:pathLst>
                  <a:path w="4895" h="3216" extrusionOk="0">
                    <a:moveTo>
                      <a:pt x="4894" y="0"/>
                    </a:moveTo>
                    <a:lnTo>
                      <a:pt x="239" y="2703"/>
                    </a:lnTo>
                    <a:cubicBezTo>
                      <a:pt x="239" y="2953"/>
                      <a:pt x="144" y="3132"/>
                      <a:pt x="1" y="3215"/>
                    </a:cubicBezTo>
                    <a:lnTo>
                      <a:pt x="4656" y="512"/>
                    </a:lnTo>
                    <a:cubicBezTo>
                      <a:pt x="4799" y="429"/>
                      <a:pt x="4894" y="250"/>
                      <a:pt x="4894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61"/>
              <p:cNvSpPr/>
              <p:nvPr/>
            </p:nvSpPr>
            <p:spPr>
              <a:xfrm>
                <a:off x="6237739" y="922372"/>
                <a:ext cx="73844" cy="39783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2816" extrusionOk="0">
                    <a:moveTo>
                      <a:pt x="1" y="2756"/>
                    </a:moveTo>
                    <a:cubicBezTo>
                      <a:pt x="1" y="2756"/>
                      <a:pt x="1" y="2756"/>
                      <a:pt x="0" y="2756"/>
                    </a:cubicBezTo>
                    <a:lnTo>
                      <a:pt x="1" y="2756"/>
                    </a:lnTo>
                    <a:close/>
                    <a:moveTo>
                      <a:pt x="4862" y="1"/>
                    </a:moveTo>
                    <a:cubicBezTo>
                      <a:pt x="4785" y="1"/>
                      <a:pt x="4715" y="19"/>
                      <a:pt x="4655" y="54"/>
                    </a:cubicBezTo>
                    <a:lnTo>
                      <a:pt x="1" y="2756"/>
                    </a:lnTo>
                    <a:lnTo>
                      <a:pt x="1" y="2756"/>
                    </a:lnTo>
                    <a:cubicBezTo>
                      <a:pt x="61" y="2721"/>
                      <a:pt x="130" y="2704"/>
                      <a:pt x="207" y="2704"/>
                    </a:cubicBezTo>
                    <a:cubicBezTo>
                      <a:pt x="315" y="2704"/>
                      <a:pt x="439" y="2739"/>
                      <a:pt x="572" y="2816"/>
                    </a:cubicBezTo>
                    <a:lnTo>
                      <a:pt x="5227" y="113"/>
                    </a:lnTo>
                    <a:cubicBezTo>
                      <a:pt x="5095" y="37"/>
                      <a:pt x="4971" y="1"/>
                      <a:pt x="4862" y="1"/>
                    </a:cubicBezTo>
                    <a:close/>
                  </a:path>
                </a:pathLst>
              </a:cu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61"/>
              <p:cNvSpPr/>
              <p:nvPr/>
            </p:nvSpPr>
            <p:spPr>
              <a:xfrm>
                <a:off x="6307713" y="972738"/>
                <a:ext cx="65947" cy="96745"/>
              </a:xfrm>
              <a:custGeom>
                <a:avLst/>
                <a:gdLst/>
                <a:ahLst/>
                <a:cxnLst/>
                <a:rect l="l" t="t" r="r" b="b"/>
                <a:pathLst>
                  <a:path w="4668" h="6848" extrusionOk="0">
                    <a:moveTo>
                      <a:pt x="4667" y="1"/>
                    </a:moveTo>
                    <a:lnTo>
                      <a:pt x="12" y="2704"/>
                    </a:lnTo>
                    <a:lnTo>
                      <a:pt x="0" y="6847"/>
                    </a:lnTo>
                    <a:lnTo>
                      <a:pt x="4655" y="4144"/>
                    </a:lnTo>
                    <a:lnTo>
                      <a:pt x="4667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61"/>
              <p:cNvSpPr/>
              <p:nvPr/>
            </p:nvSpPr>
            <p:spPr>
              <a:xfrm>
                <a:off x="6245805" y="923969"/>
                <a:ext cx="116580" cy="67628"/>
              </a:xfrm>
              <a:custGeom>
                <a:avLst/>
                <a:gdLst/>
                <a:ahLst/>
                <a:cxnLst/>
                <a:rect l="l" t="t" r="r" b="b"/>
                <a:pathLst>
                  <a:path w="8252" h="4787" extrusionOk="0">
                    <a:moveTo>
                      <a:pt x="4656" y="0"/>
                    </a:moveTo>
                    <a:lnTo>
                      <a:pt x="1" y="2703"/>
                    </a:lnTo>
                    <a:lnTo>
                      <a:pt x="3596" y="4786"/>
                    </a:lnTo>
                    <a:lnTo>
                      <a:pt x="8252" y="2084"/>
                    </a:lnTo>
                    <a:lnTo>
                      <a:pt x="4656" y="0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61"/>
              <p:cNvSpPr/>
              <p:nvPr/>
            </p:nvSpPr>
            <p:spPr>
              <a:xfrm>
                <a:off x="6296609" y="953397"/>
                <a:ext cx="77051" cy="57541"/>
              </a:xfrm>
              <a:custGeom>
                <a:avLst/>
                <a:gdLst/>
                <a:ahLst/>
                <a:cxnLst/>
                <a:rect l="l" t="t" r="r" b="b"/>
                <a:pathLst>
                  <a:path w="5454" h="4073" extrusionOk="0">
                    <a:moveTo>
                      <a:pt x="4656" y="1"/>
                    </a:moveTo>
                    <a:lnTo>
                      <a:pt x="0" y="2703"/>
                    </a:lnTo>
                    <a:cubicBezTo>
                      <a:pt x="441" y="2954"/>
                      <a:pt x="798" y="3573"/>
                      <a:pt x="798" y="4073"/>
                    </a:cubicBezTo>
                    <a:lnTo>
                      <a:pt x="5453" y="1370"/>
                    </a:lnTo>
                    <a:cubicBezTo>
                      <a:pt x="5453" y="870"/>
                      <a:pt x="5096" y="251"/>
                      <a:pt x="4656" y="1"/>
                    </a:cubicBezTo>
                    <a:close/>
                  </a:path>
                </a:pathLst>
              </a:cu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61"/>
              <p:cNvSpPr/>
              <p:nvPr/>
            </p:nvSpPr>
            <p:spPr>
              <a:xfrm>
                <a:off x="6234362" y="960630"/>
                <a:ext cx="73520" cy="116750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8264" extrusionOk="0">
                    <a:moveTo>
                      <a:pt x="454" y="1"/>
                    </a:moveTo>
                    <a:cubicBezTo>
                      <a:pt x="193" y="1"/>
                      <a:pt x="13" y="206"/>
                      <a:pt x="13" y="560"/>
                    </a:cubicBezTo>
                    <a:lnTo>
                      <a:pt x="1" y="4704"/>
                    </a:lnTo>
                    <a:cubicBezTo>
                      <a:pt x="1" y="5204"/>
                      <a:pt x="346" y="5823"/>
                      <a:pt x="787" y="6073"/>
                    </a:cubicBezTo>
                    <a:lnTo>
                      <a:pt x="4394" y="8156"/>
                    </a:lnTo>
                    <a:cubicBezTo>
                      <a:pt x="4522" y="8229"/>
                      <a:pt x="4644" y="8264"/>
                      <a:pt x="4751" y="8264"/>
                    </a:cubicBezTo>
                    <a:cubicBezTo>
                      <a:pt x="5012" y="8264"/>
                      <a:pt x="5192" y="8059"/>
                      <a:pt x="5192" y="7704"/>
                    </a:cubicBezTo>
                    <a:lnTo>
                      <a:pt x="5204" y="3561"/>
                    </a:lnTo>
                    <a:cubicBezTo>
                      <a:pt x="5204" y="3061"/>
                      <a:pt x="4847" y="2442"/>
                      <a:pt x="4406" y="2191"/>
                    </a:cubicBezTo>
                    <a:lnTo>
                      <a:pt x="811" y="108"/>
                    </a:lnTo>
                    <a:cubicBezTo>
                      <a:pt x="683" y="35"/>
                      <a:pt x="561" y="1"/>
                      <a:pt x="454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61"/>
              <p:cNvSpPr/>
              <p:nvPr/>
            </p:nvSpPr>
            <p:spPr>
              <a:xfrm>
                <a:off x="6236382" y="962650"/>
                <a:ext cx="69493" cy="112709"/>
              </a:xfrm>
              <a:custGeom>
                <a:avLst/>
                <a:gdLst/>
                <a:ahLst/>
                <a:cxnLst/>
                <a:rect l="l" t="t" r="r" b="b"/>
                <a:pathLst>
                  <a:path w="4919" h="7978" extrusionOk="0">
                    <a:moveTo>
                      <a:pt x="310" y="1"/>
                    </a:moveTo>
                    <a:cubicBezTo>
                      <a:pt x="37" y="1"/>
                      <a:pt x="13" y="322"/>
                      <a:pt x="13" y="417"/>
                    </a:cubicBezTo>
                    <a:lnTo>
                      <a:pt x="1" y="4561"/>
                    </a:lnTo>
                    <a:cubicBezTo>
                      <a:pt x="1" y="5013"/>
                      <a:pt x="334" y="5585"/>
                      <a:pt x="727" y="5811"/>
                    </a:cubicBezTo>
                    <a:lnTo>
                      <a:pt x="4323" y="7883"/>
                    </a:lnTo>
                    <a:cubicBezTo>
                      <a:pt x="4430" y="7942"/>
                      <a:pt x="4525" y="7978"/>
                      <a:pt x="4609" y="7978"/>
                    </a:cubicBezTo>
                    <a:cubicBezTo>
                      <a:pt x="4882" y="7978"/>
                      <a:pt x="4906" y="7656"/>
                      <a:pt x="4906" y="7561"/>
                    </a:cubicBezTo>
                    <a:lnTo>
                      <a:pt x="4918" y="3418"/>
                    </a:lnTo>
                    <a:cubicBezTo>
                      <a:pt x="4918" y="2965"/>
                      <a:pt x="4585" y="2406"/>
                      <a:pt x="4192" y="2179"/>
                    </a:cubicBezTo>
                    <a:lnTo>
                      <a:pt x="596" y="96"/>
                    </a:lnTo>
                    <a:cubicBezTo>
                      <a:pt x="489" y="36"/>
                      <a:pt x="394" y="1"/>
                      <a:pt x="310" y="1"/>
                    </a:cubicBezTo>
                    <a:close/>
                  </a:path>
                </a:pathLst>
              </a:custGeom>
              <a:solidFill>
                <a:srgbClr val="BDBD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61"/>
              <p:cNvSpPr/>
              <p:nvPr/>
            </p:nvSpPr>
            <p:spPr>
              <a:xfrm>
                <a:off x="6240253" y="982048"/>
                <a:ext cx="58883" cy="75511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5345" extrusionOk="0">
                    <a:moveTo>
                      <a:pt x="1155" y="1"/>
                    </a:moveTo>
                    <a:cubicBezTo>
                      <a:pt x="473" y="1"/>
                      <a:pt x="1" y="537"/>
                      <a:pt x="1" y="1473"/>
                    </a:cubicBezTo>
                    <a:cubicBezTo>
                      <a:pt x="1" y="2795"/>
                      <a:pt x="929" y="4402"/>
                      <a:pt x="2072" y="5057"/>
                    </a:cubicBezTo>
                    <a:cubicBezTo>
                      <a:pt x="2407" y="5252"/>
                      <a:pt x="2724" y="5344"/>
                      <a:pt x="3005" y="5344"/>
                    </a:cubicBezTo>
                    <a:cubicBezTo>
                      <a:pt x="3685" y="5344"/>
                      <a:pt x="4156" y="4805"/>
                      <a:pt x="4156" y="3878"/>
                    </a:cubicBezTo>
                    <a:cubicBezTo>
                      <a:pt x="4168" y="2557"/>
                      <a:pt x="3239" y="949"/>
                      <a:pt x="2084" y="283"/>
                    </a:cubicBezTo>
                    <a:cubicBezTo>
                      <a:pt x="1751" y="92"/>
                      <a:pt x="1435" y="1"/>
                      <a:pt x="1155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61"/>
              <p:cNvSpPr/>
              <p:nvPr/>
            </p:nvSpPr>
            <p:spPr>
              <a:xfrm>
                <a:off x="6096433" y="1263076"/>
                <a:ext cx="5072" cy="28778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037" extrusionOk="0">
                    <a:moveTo>
                      <a:pt x="358" y="0"/>
                    </a:moveTo>
                    <a:lnTo>
                      <a:pt x="358" y="6"/>
                    </a:lnTo>
                    <a:lnTo>
                      <a:pt x="358" y="6"/>
                    </a:lnTo>
                    <a:cubicBezTo>
                      <a:pt x="358" y="4"/>
                      <a:pt x="358" y="2"/>
                      <a:pt x="358" y="0"/>
                    </a:cubicBezTo>
                    <a:close/>
                    <a:moveTo>
                      <a:pt x="358" y="6"/>
                    </a:moveTo>
                    <a:cubicBezTo>
                      <a:pt x="355" y="171"/>
                      <a:pt x="237" y="347"/>
                      <a:pt x="13" y="476"/>
                    </a:cubicBezTo>
                    <a:lnTo>
                      <a:pt x="1" y="2036"/>
                    </a:lnTo>
                    <a:cubicBezTo>
                      <a:pt x="239" y="1905"/>
                      <a:pt x="346" y="1727"/>
                      <a:pt x="346" y="1548"/>
                    </a:cubicBezTo>
                    <a:lnTo>
                      <a:pt x="358" y="6"/>
                    </a:lnTo>
                    <a:close/>
                  </a:path>
                </a:pathLst>
              </a:custGeom>
              <a:solidFill>
                <a:srgbClr val="478F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61"/>
              <p:cNvSpPr/>
              <p:nvPr/>
            </p:nvSpPr>
            <p:spPr>
              <a:xfrm>
                <a:off x="6113259" y="1318753"/>
                <a:ext cx="692" cy="2591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834" extrusionOk="0">
                    <a:moveTo>
                      <a:pt x="48" y="0"/>
                    </a:moveTo>
                    <a:cubicBezTo>
                      <a:pt x="48" y="12"/>
                      <a:pt x="36" y="36"/>
                      <a:pt x="12" y="48"/>
                    </a:cubicBezTo>
                    <a:cubicBezTo>
                      <a:pt x="0" y="48"/>
                      <a:pt x="0" y="60"/>
                      <a:pt x="0" y="60"/>
                    </a:cubicBezTo>
                    <a:lnTo>
                      <a:pt x="0" y="1834"/>
                    </a:lnTo>
                    <a:cubicBezTo>
                      <a:pt x="0" y="1834"/>
                      <a:pt x="0" y="1834"/>
                      <a:pt x="12" y="1822"/>
                    </a:cubicBezTo>
                    <a:cubicBezTo>
                      <a:pt x="36" y="1810"/>
                      <a:pt x="48" y="1798"/>
                      <a:pt x="48" y="1774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61"/>
              <p:cNvSpPr/>
              <p:nvPr/>
            </p:nvSpPr>
            <p:spPr>
              <a:xfrm>
                <a:off x="6112581" y="1319587"/>
                <a:ext cx="692" cy="25246"/>
              </a:xfrm>
              <a:custGeom>
                <a:avLst/>
                <a:gdLst/>
                <a:ahLst/>
                <a:cxnLst/>
                <a:rect l="l" t="t" r="r" b="b"/>
                <a:pathLst>
                  <a:path w="49" h="1787" extrusionOk="0">
                    <a:moveTo>
                      <a:pt x="48" y="1"/>
                    </a:moveTo>
                    <a:cubicBezTo>
                      <a:pt x="37" y="1"/>
                      <a:pt x="13" y="13"/>
                      <a:pt x="1" y="13"/>
                    </a:cubicBezTo>
                    <a:lnTo>
                      <a:pt x="1" y="1787"/>
                    </a:lnTo>
                    <a:cubicBezTo>
                      <a:pt x="13" y="1787"/>
                      <a:pt x="37" y="1787"/>
                      <a:pt x="48" y="1775"/>
                    </a:cubicBez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61"/>
              <p:cNvSpPr/>
              <p:nvPr/>
            </p:nvSpPr>
            <p:spPr>
              <a:xfrm>
                <a:off x="6110900" y="1319417"/>
                <a:ext cx="1695" cy="2541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799" extrusionOk="0">
                    <a:moveTo>
                      <a:pt x="1" y="1"/>
                    </a:moveTo>
                    <a:lnTo>
                      <a:pt x="1" y="1775"/>
                    </a:lnTo>
                    <a:cubicBezTo>
                      <a:pt x="37" y="1799"/>
                      <a:pt x="84" y="1799"/>
                      <a:pt x="120" y="1799"/>
                    </a:cubicBezTo>
                    <a:lnTo>
                      <a:pt x="120" y="25"/>
                    </a:lnTo>
                    <a:cubicBezTo>
                      <a:pt x="84" y="25"/>
                      <a:pt x="37" y="25"/>
                      <a:pt x="1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61"/>
              <p:cNvSpPr/>
              <p:nvPr/>
            </p:nvSpPr>
            <p:spPr>
              <a:xfrm>
                <a:off x="6110561" y="1319078"/>
                <a:ext cx="353" cy="25415"/>
              </a:xfrm>
              <a:custGeom>
                <a:avLst/>
                <a:gdLst/>
                <a:ahLst/>
                <a:cxnLst/>
                <a:rect l="l" t="t" r="r" b="b"/>
                <a:pathLst>
                  <a:path w="25" h="1799" extrusionOk="0">
                    <a:moveTo>
                      <a:pt x="1" y="1"/>
                    </a:moveTo>
                    <a:lnTo>
                      <a:pt x="1" y="1775"/>
                    </a:lnTo>
                    <a:cubicBezTo>
                      <a:pt x="1" y="1787"/>
                      <a:pt x="13" y="1799"/>
                      <a:pt x="25" y="1799"/>
                    </a:cubicBezTo>
                    <a:lnTo>
                      <a:pt x="25" y="25"/>
                    </a:lnTo>
                    <a:cubicBezTo>
                      <a:pt x="13" y="13"/>
                      <a:pt x="1" y="13"/>
                      <a:pt x="1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61"/>
              <p:cNvSpPr/>
              <p:nvPr/>
            </p:nvSpPr>
            <p:spPr>
              <a:xfrm>
                <a:off x="6110406" y="1318753"/>
                <a:ext cx="170" cy="25401"/>
              </a:xfrm>
              <a:custGeom>
                <a:avLst/>
                <a:gdLst/>
                <a:ahLst/>
                <a:cxnLst/>
                <a:rect l="l" t="t" r="r" b="b"/>
                <a:pathLst>
                  <a:path w="12" h="1798" extrusionOk="0">
                    <a:moveTo>
                      <a:pt x="0" y="0"/>
                    </a:moveTo>
                    <a:lnTo>
                      <a:pt x="0" y="1774"/>
                    </a:lnTo>
                    <a:cubicBezTo>
                      <a:pt x="0" y="1786"/>
                      <a:pt x="12" y="1798"/>
                      <a:pt x="12" y="1798"/>
                    </a:cubicBezTo>
                    <a:lnTo>
                      <a:pt x="12" y="24"/>
                    </a:lnTo>
                    <a:cubicBezTo>
                      <a:pt x="12" y="12"/>
                      <a:pt x="0" y="12"/>
                      <a:pt x="0" y="0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61"/>
              <p:cNvSpPr/>
              <p:nvPr/>
            </p:nvSpPr>
            <p:spPr>
              <a:xfrm>
                <a:off x="6110236" y="1317693"/>
                <a:ext cx="3871" cy="1992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41" extrusionOk="0">
                    <a:moveTo>
                      <a:pt x="137" y="1"/>
                    </a:moveTo>
                    <a:cubicBezTo>
                      <a:pt x="104" y="1"/>
                      <a:pt x="72" y="10"/>
                      <a:pt x="48" y="27"/>
                    </a:cubicBezTo>
                    <a:cubicBezTo>
                      <a:pt x="0" y="51"/>
                      <a:pt x="0" y="99"/>
                      <a:pt x="48" y="123"/>
                    </a:cubicBezTo>
                    <a:cubicBezTo>
                      <a:pt x="72" y="135"/>
                      <a:pt x="104" y="141"/>
                      <a:pt x="137" y="141"/>
                    </a:cubicBezTo>
                    <a:cubicBezTo>
                      <a:pt x="170" y="141"/>
                      <a:pt x="203" y="135"/>
                      <a:pt x="226" y="123"/>
                    </a:cubicBezTo>
                    <a:cubicBezTo>
                      <a:pt x="274" y="99"/>
                      <a:pt x="274" y="51"/>
                      <a:pt x="226" y="27"/>
                    </a:cubicBezTo>
                    <a:cubicBezTo>
                      <a:pt x="203" y="10"/>
                      <a:pt x="170" y="1"/>
                      <a:pt x="137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61"/>
              <p:cNvSpPr/>
              <p:nvPr/>
            </p:nvSpPr>
            <p:spPr>
              <a:xfrm>
                <a:off x="6115619" y="1266933"/>
                <a:ext cx="2529" cy="6259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4431" extrusionOk="0">
                    <a:moveTo>
                      <a:pt x="179" y="1"/>
                    </a:moveTo>
                    <a:cubicBezTo>
                      <a:pt x="179" y="61"/>
                      <a:pt x="143" y="120"/>
                      <a:pt x="60" y="168"/>
                    </a:cubicBezTo>
                    <a:cubicBezTo>
                      <a:pt x="36" y="180"/>
                      <a:pt x="24" y="191"/>
                      <a:pt x="12" y="191"/>
                    </a:cubicBezTo>
                    <a:lnTo>
                      <a:pt x="0" y="4430"/>
                    </a:lnTo>
                    <a:cubicBezTo>
                      <a:pt x="24" y="4418"/>
                      <a:pt x="36" y="4418"/>
                      <a:pt x="48" y="4406"/>
                    </a:cubicBezTo>
                    <a:cubicBezTo>
                      <a:pt x="131" y="4359"/>
                      <a:pt x="179" y="4299"/>
                      <a:pt x="179" y="4240"/>
                    </a:cubicBez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BF9B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61"/>
              <p:cNvSpPr/>
              <p:nvPr/>
            </p:nvSpPr>
            <p:spPr>
              <a:xfrm>
                <a:off x="6113598" y="1269631"/>
                <a:ext cx="2204" cy="6039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4275" extrusionOk="0">
                    <a:moveTo>
                      <a:pt x="155" y="0"/>
                    </a:moveTo>
                    <a:cubicBezTo>
                      <a:pt x="107" y="24"/>
                      <a:pt x="60" y="36"/>
                      <a:pt x="12" y="48"/>
                    </a:cubicBezTo>
                    <a:lnTo>
                      <a:pt x="0" y="4275"/>
                    </a:lnTo>
                    <a:cubicBezTo>
                      <a:pt x="60" y="4275"/>
                      <a:pt x="107" y="4263"/>
                      <a:pt x="143" y="4239"/>
                    </a:cubicBezTo>
                    <a:lnTo>
                      <a:pt x="155" y="0"/>
                    </a:lnTo>
                    <a:close/>
                  </a:path>
                </a:pathLst>
              </a:custGeom>
              <a:solidFill>
                <a:srgbClr val="D7B2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61"/>
              <p:cNvSpPr/>
              <p:nvPr/>
            </p:nvSpPr>
            <p:spPr>
              <a:xfrm>
                <a:off x="6107707" y="1269292"/>
                <a:ext cx="6075" cy="60861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8" extrusionOk="0">
                    <a:moveTo>
                      <a:pt x="12" y="1"/>
                    </a:moveTo>
                    <a:lnTo>
                      <a:pt x="1" y="4227"/>
                    </a:lnTo>
                    <a:cubicBezTo>
                      <a:pt x="12" y="4227"/>
                      <a:pt x="12" y="4239"/>
                      <a:pt x="24" y="4239"/>
                    </a:cubicBezTo>
                    <a:cubicBezTo>
                      <a:pt x="104" y="4283"/>
                      <a:pt x="210" y="4308"/>
                      <a:pt x="312" y="4308"/>
                    </a:cubicBezTo>
                    <a:cubicBezTo>
                      <a:pt x="348" y="4308"/>
                      <a:pt x="383" y="4305"/>
                      <a:pt x="417" y="4299"/>
                    </a:cubicBezTo>
                    <a:lnTo>
                      <a:pt x="429" y="72"/>
                    </a:lnTo>
                    <a:lnTo>
                      <a:pt x="429" y="72"/>
                    </a:lnTo>
                    <a:cubicBezTo>
                      <a:pt x="398" y="75"/>
                      <a:pt x="367" y="76"/>
                      <a:pt x="336" y="76"/>
                    </a:cubicBezTo>
                    <a:cubicBezTo>
                      <a:pt x="222" y="76"/>
                      <a:pt x="108" y="57"/>
                      <a:pt x="24" y="1"/>
                    </a:cubicBezTo>
                    <a:close/>
                  </a:path>
                </a:pathLst>
              </a:custGeom>
              <a:solidFill>
                <a:srgbClr val="D7B2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61"/>
              <p:cNvSpPr/>
              <p:nvPr/>
            </p:nvSpPr>
            <p:spPr>
              <a:xfrm>
                <a:off x="6106704" y="1268119"/>
                <a:ext cx="1187" cy="60904"/>
              </a:xfrm>
              <a:custGeom>
                <a:avLst/>
                <a:gdLst/>
                <a:ahLst/>
                <a:cxnLst/>
                <a:rect l="l" t="t" r="r" b="b"/>
                <a:pathLst>
                  <a:path w="84" h="4311" extrusionOk="0">
                    <a:moveTo>
                      <a:pt x="0" y="0"/>
                    </a:moveTo>
                    <a:lnTo>
                      <a:pt x="0" y="4239"/>
                    </a:lnTo>
                    <a:cubicBezTo>
                      <a:pt x="12" y="4263"/>
                      <a:pt x="36" y="4287"/>
                      <a:pt x="72" y="4310"/>
                    </a:cubicBezTo>
                    <a:lnTo>
                      <a:pt x="83" y="84"/>
                    </a:lnTo>
                    <a:cubicBezTo>
                      <a:pt x="48" y="60"/>
                      <a:pt x="12" y="24"/>
                      <a:pt x="0" y="0"/>
                    </a:cubicBezTo>
                    <a:close/>
                  </a:path>
                </a:pathLst>
              </a:custGeom>
              <a:solidFill>
                <a:srgbClr val="CAA8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61"/>
              <p:cNvSpPr/>
              <p:nvPr/>
            </p:nvSpPr>
            <p:spPr>
              <a:xfrm>
                <a:off x="6106196" y="1266933"/>
                <a:ext cx="523" cy="61073"/>
              </a:xfrm>
              <a:custGeom>
                <a:avLst/>
                <a:gdLst/>
                <a:ahLst/>
                <a:cxnLst/>
                <a:rect l="l" t="t" r="r" b="b"/>
                <a:pathLst>
                  <a:path w="37" h="4323" extrusionOk="0">
                    <a:moveTo>
                      <a:pt x="12" y="1"/>
                    </a:moveTo>
                    <a:lnTo>
                      <a:pt x="0" y="4228"/>
                    </a:lnTo>
                    <a:cubicBezTo>
                      <a:pt x="0" y="4263"/>
                      <a:pt x="12" y="4287"/>
                      <a:pt x="24" y="4323"/>
                    </a:cubicBezTo>
                    <a:lnTo>
                      <a:pt x="36" y="84"/>
                    </a:lnTo>
                    <a:cubicBezTo>
                      <a:pt x="12" y="61"/>
                      <a:pt x="12" y="25"/>
                      <a:pt x="12" y="1"/>
                    </a:cubicBezTo>
                    <a:close/>
                  </a:path>
                </a:pathLst>
              </a:custGeom>
              <a:solidFill>
                <a:srgbClr val="CAA8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61"/>
              <p:cNvSpPr/>
              <p:nvPr/>
            </p:nvSpPr>
            <p:spPr>
              <a:xfrm>
                <a:off x="6105687" y="1263556"/>
                <a:ext cx="12969" cy="6767"/>
              </a:xfrm>
              <a:custGeom>
                <a:avLst/>
                <a:gdLst/>
                <a:ahLst/>
                <a:cxnLst/>
                <a:rect l="l" t="t" r="r" b="b"/>
                <a:pathLst>
                  <a:path w="918" h="479" extrusionOk="0">
                    <a:moveTo>
                      <a:pt x="476" y="0"/>
                    </a:moveTo>
                    <a:cubicBezTo>
                      <a:pt x="365" y="0"/>
                      <a:pt x="254" y="24"/>
                      <a:pt x="167" y="73"/>
                    </a:cubicBezTo>
                    <a:cubicBezTo>
                      <a:pt x="1" y="157"/>
                      <a:pt x="1" y="311"/>
                      <a:pt x="167" y="407"/>
                    </a:cubicBezTo>
                    <a:cubicBezTo>
                      <a:pt x="251" y="454"/>
                      <a:pt x="358" y="478"/>
                      <a:pt x="465" y="478"/>
                    </a:cubicBezTo>
                    <a:cubicBezTo>
                      <a:pt x="572" y="478"/>
                      <a:pt x="679" y="454"/>
                      <a:pt x="763" y="407"/>
                    </a:cubicBezTo>
                    <a:cubicBezTo>
                      <a:pt x="917" y="311"/>
                      <a:pt x="917" y="157"/>
                      <a:pt x="763" y="61"/>
                    </a:cubicBezTo>
                    <a:cubicBezTo>
                      <a:pt x="682" y="21"/>
                      <a:pt x="579" y="0"/>
                      <a:pt x="476" y="0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61"/>
              <p:cNvSpPr/>
              <p:nvPr/>
            </p:nvSpPr>
            <p:spPr>
              <a:xfrm>
                <a:off x="6092576" y="1263570"/>
                <a:ext cx="25910" cy="46282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3276" extrusionOk="0">
                    <a:moveTo>
                      <a:pt x="0" y="1"/>
                    </a:moveTo>
                    <a:lnTo>
                      <a:pt x="0" y="2215"/>
                    </a:lnTo>
                    <a:lnTo>
                      <a:pt x="1834" y="3275"/>
                    </a:lnTo>
                    <a:lnTo>
                      <a:pt x="1834" y="10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C5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61"/>
              <p:cNvSpPr/>
              <p:nvPr/>
            </p:nvSpPr>
            <p:spPr>
              <a:xfrm>
                <a:off x="6092576" y="1256676"/>
                <a:ext cx="37523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1537" extrusionOk="0">
                    <a:moveTo>
                      <a:pt x="822" y="1"/>
                    </a:moveTo>
                    <a:lnTo>
                      <a:pt x="0" y="489"/>
                    </a:lnTo>
                    <a:lnTo>
                      <a:pt x="1834" y="1537"/>
                    </a:lnTo>
                    <a:lnTo>
                      <a:pt x="2655" y="1060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8E1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61"/>
              <p:cNvSpPr/>
              <p:nvPr/>
            </p:nvSpPr>
            <p:spPr>
              <a:xfrm>
                <a:off x="6118473" y="1271651"/>
                <a:ext cx="11627" cy="38201"/>
              </a:xfrm>
              <a:custGeom>
                <a:avLst/>
                <a:gdLst/>
                <a:ahLst/>
                <a:cxnLst/>
                <a:rect l="l" t="t" r="r" b="b"/>
                <a:pathLst>
                  <a:path w="823" h="2704" extrusionOk="0">
                    <a:moveTo>
                      <a:pt x="822" y="0"/>
                    </a:moveTo>
                    <a:lnTo>
                      <a:pt x="1" y="477"/>
                    </a:lnTo>
                    <a:lnTo>
                      <a:pt x="1" y="2703"/>
                    </a:lnTo>
                    <a:lnTo>
                      <a:pt x="822" y="2227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rgbClr val="FDEE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61"/>
              <p:cNvSpPr/>
              <p:nvPr/>
            </p:nvSpPr>
            <p:spPr>
              <a:xfrm>
                <a:off x="6045136" y="1230102"/>
                <a:ext cx="5905" cy="3716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417" y="1"/>
                    </a:moveTo>
                    <a:lnTo>
                      <a:pt x="96" y="191"/>
                    </a:lnTo>
                    <a:cubicBezTo>
                      <a:pt x="60" y="215"/>
                      <a:pt x="36" y="239"/>
                      <a:pt x="0" y="262"/>
                    </a:cubicBezTo>
                    <a:lnTo>
                      <a:pt x="322" y="72"/>
                    </a:lnTo>
                    <a:cubicBezTo>
                      <a:pt x="358" y="48"/>
                      <a:pt x="393" y="24"/>
                      <a:pt x="417" y="1"/>
                    </a:cubicBezTo>
                    <a:close/>
                  </a:path>
                </a:pathLst>
              </a:custGeom>
              <a:solidFill>
                <a:srgbClr val="7253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61"/>
              <p:cNvSpPr/>
              <p:nvPr/>
            </p:nvSpPr>
            <p:spPr>
              <a:xfrm>
                <a:off x="6066836" y="1163744"/>
                <a:ext cx="10610" cy="3461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45" extrusionOk="0">
                    <a:moveTo>
                      <a:pt x="4" y="243"/>
                    </a:moveTo>
                    <a:cubicBezTo>
                      <a:pt x="3" y="243"/>
                      <a:pt x="1" y="244"/>
                      <a:pt x="0" y="245"/>
                    </a:cubicBezTo>
                    <a:lnTo>
                      <a:pt x="4" y="243"/>
                    </a:lnTo>
                    <a:close/>
                    <a:moveTo>
                      <a:pt x="523" y="1"/>
                    </a:moveTo>
                    <a:cubicBezTo>
                      <a:pt x="450" y="1"/>
                      <a:pt x="381" y="18"/>
                      <a:pt x="322" y="54"/>
                    </a:cubicBezTo>
                    <a:lnTo>
                      <a:pt x="4" y="243"/>
                    </a:lnTo>
                    <a:lnTo>
                      <a:pt x="4" y="243"/>
                    </a:lnTo>
                    <a:cubicBezTo>
                      <a:pt x="62" y="208"/>
                      <a:pt x="130" y="191"/>
                      <a:pt x="201" y="191"/>
                    </a:cubicBezTo>
                    <a:cubicBezTo>
                      <a:pt x="274" y="191"/>
                      <a:pt x="352" y="209"/>
                      <a:pt x="429" y="245"/>
                    </a:cubicBezTo>
                    <a:lnTo>
                      <a:pt x="750" y="54"/>
                    </a:lnTo>
                    <a:cubicBezTo>
                      <a:pt x="673" y="18"/>
                      <a:pt x="596" y="1"/>
                      <a:pt x="523" y="1"/>
                    </a:cubicBezTo>
                    <a:close/>
                  </a:path>
                </a:pathLst>
              </a:custGeom>
              <a:solidFill>
                <a:srgbClr val="7253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61"/>
              <p:cNvSpPr/>
              <p:nvPr/>
            </p:nvSpPr>
            <p:spPr>
              <a:xfrm>
                <a:off x="6072882" y="1164507"/>
                <a:ext cx="6075" cy="337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39" extrusionOk="0">
                    <a:moveTo>
                      <a:pt x="322" y="0"/>
                    </a:moveTo>
                    <a:lnTo>
                      <a:pt x="1" y="191"/>
                    </a:lnTo>
                    <a:cubicBezTo>
                      <a:pt x="37" y="202"/>
                      <a:pt x="72" y="214"/>
                      <a:pt x="108" y="238"/>
                    </a:cubicBezTo>
                    <a:lnTo>
                      <a:pt x="430" y="48"/>
                    </a:lnTo>
                    <a:cubicBezTo>
                      <a:pt x="394" y="24"/>
                      <a:pt x="358" y="12"/>
                      <a:pt x="322" y="0"/>
                    </a:cubicBezTo>
                    <a:close/>
                  </a:path>
                </a:pathLst>
              </a:custGeom>
              <a:solidFill>
                <a:srgbClr val="BF9B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61"/>
              <p:cNvSpPr/>
              <p:nvPr/>
            </p:nvSpPr>
            <p:spPr>
              <a:xfrm>
                <a:off x="6074408" y="1165171"/>
                <a:ext cx="14481" cy="17674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251" extrusionOk="0">
                    <a:moveTo>
                      <a:pt x="322" y="1"/>
                    </a:moveTo>
                    <a:lnTo>
                      <a:pt x="0" y="191"/>
                    </a:lnTo>
                    <a:cubicBezTo>
                      <a:pt x="143" y="275"/>
                      <a:pt x="298" y="417"/>
                      <a:pt x="429" y="608"/>
                    </a:cubicBezTo>
                    <a:cubicBezTo>
                      <a:pt x="572" y="810"/>
                      <a:pt x="667" y="1048"/>
                      <a:pt x="703" y="1251"/>
                    </a:cubicBezTo>
                    <a:lnTo>
                      <a:pt x="1024" y="1060"/>
                    </a:lnTo>
                    <a:cubicBezTo>
                      <a:pt x="988" y="858"/>
                      <a:pt x="905" y="620"/>
                      <a:pt x="750" y="417"/>
                    </a:cubicBezTo>
                    <a:cubicBezTo>
                      <a:pt x="619" y="227"/>
                      <a:pt x="476" y="84"/>
                      <a:pt x="322" y="1"/>
                    </a:cubicBezTo>
                    <a:close/>
                  </a:path>
                </a:pathLst>
              </a:custGeom>
              <a:solidFill>
                <a:srgbClr val="BF9B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61"/>
              <p:cNvSpPr/>
              <p:nvPr/>
            </p:nvSpPr>
            <p:spPr>
              <a:xfrm>
                <a:off x="6046478" y="1180146"/>
                <a:ext cx="43075" cy="52653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3727" extrusionOk="0">
                    <a:moveTo>
                      <a:pt x="3001" y="0"/>
                    </a:moveTo>
                    <a:lnTo>
                      <a:pt x="2680" y="191"/>
                    </a:lnTo>
                    <a:cubicBezTo>
                      <a:pt x="2715" y="453"/>
                      <a:pt x="2680" y="679"/>
                      <a:pt x="2549" y="810"/>
                    </a:cubicBezTo>
                    <a:cubicBezTo>
                      <a:pt x="2168" y="1215"/>
                      <a:pt x="108" y="3596"/>
                      <a:pt x="1" y="3727"/>
                    </a:cubicBezTo>
                    <a:lnTo>
                      <a:pt x="322" y="3537"/>
                    </a:lnTo>
                    <a:cubicBezTo>
                      <a:pt x="429" y="3406"/>
                      <a:pt x="2489" y="1024"/>
                      <a:pt x="2882" y="619"/>
                    </a:cubicBezTo>
                    <a:cubicBezTo>
                      <a:pt x="3001" y="489"/>
                      <a:pt x="3049" y="262"/>
                      <a:pt x="3001" y="0"/>
                    </a:cubicBezTo>
                    <a:close/>
                  </a:path>
                </a:pathLst>
              </a:custGeom>
              <a:solidFill>
                <a:srgbClr val="7253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61"/>
              <p:cNvSpPr/>
              <p:nvPr/>
            </p:nvSpPr>
            <p:spPr>
              <a:xfrm>
                <a:off x="6019734" y="1166386"/>
                <a:ext cx="66117" cy="682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4831" extrusionOk="0">
                    <a:moveTo>
                      <a:pt x="3532" y="1"/>
                    </a:moveTo>
                    <a:cubicBezTo>
                      <a:pt x="3436" y="1"/>
                      <a:pt x="3349" y="31"/>
                      <a:pt x="3275" y="93"/>
                    </a:cubicBezTo>
                    <a:cubicBezTo>
                      <a:pt x="2858" y="462"/>
                      <a:pt x="453" y="2355"/>
                      <a:pt x="322" y="2463"/>
                    </a:cubicBezTo>
                    <a:cubicBezTo>
                      <a:pt x="1" y="2772"/>
                      <a:pt x="96" y="3522"/>
                      <a:pt x="524" y="4141"/>
                    </a:cubicBezTo>
                    <a:cubicBezTo>
                      <a:pt x="691" y="4391"/>
                      <a:pt x="905" y="4582"/>
                      <a:pt x="1108" y="4701"/>
                    </a:cubicBezTo>
                    <a:cubicBezTo>
                      <a:pt x="1259" y="4786"/>
                      <a:pt x="1408" y="4831"/>
                      <a:pt x="1543" y="4831"/>
                    </a:cubicBezTo>
                    <a:cubicBezTo>
                      <a:pt x="1675" y="4831"/>
                      <a:pt x="1794" y="4789"/>
                      <a:pt x="1894" y="4701"/>
                    </a:cubicBezTo>
                    <a:cubicBezTo>
                      <a:pt x="2001" y="4570"/>
                      <a:pt x="4061" y="2189"/>
                      <a:pt x="4442" y="1784"/>
                    </a:cubicBezTo>
                    <a:cubicBezTo>
                      <a:pt x="4680" y="1534"/>
                      <a:pt x="4620" y="986"/>
                      <a:pt x="4299" y="522"/>
                    </a:cubicBezTo>
                    <a:cubicBezTo>
                      <a:pt x="4168" y="331"/>
                      <a:pt x="4013" y="189"/>
                      <a:pt x="3870" y="105"/>
                    </a:cubicBezTo>
                    <a:cubicBezTo>
                      <a:pt x="3752" y="37"/>
                      <a:pt x="3637" y="1"/>
                      <a:pt x="3532" y="1"/>
                    </a:cubicBezTo>
                    <a:close/>
                  </a:path>
                </a:pathLst>
              </a:custGeom>
              <a:solidFill>
                <a:srgbClr val="CAA8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61"/>
              <p:cNvSpPr/>
              <p:nvPr/>
            </p:nvSpPr>
            <p:spPr>
              <a:xfrm>
                <a:off x="6075581" y="1139275"/>
                <a:ext cx="6075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251" extrusionOk="0">
                    <a:moveTo>
                      <a:pt x="429" y="0"/>
                    </a:moveTo>
                    <a:lnTo>
                      <a:pt x="429" y="3"/>
                    </a:lnTo>
                    <a:lnTo>
                      <a:pt x="429" y="3"/>
                    </a:lnTo>
                    <a:cubicBezTo>
                      <a:pt x="429" y="2"/>
                      <a:pt x="429" y="1"/>
                      <a:pt x="429" y="0"/>
                    </a:cubicBezTo>
                    <a:close/>
                    <a:moveTo>
                      <a:pt x="429" y="3"/>
                    </a:moveTo>
                    <a:lnTo>
                      <a:pt x="429" y="3"/>
                    </a:lnTo>
                    <a:cubicBezTo>
                      <a:pt x="428" y="156"/>
                      <a:pt x="333" y="298"/>
                      <a:pt x="131" y="417"/>
                    </a:cubicBezTo>
                    <a:cubicBezTo>
                      <a:pt x="96" y="441"/>
                      <a:pt x="48" y="453"/>
                      <a:pt x="12" y="476"/>
                    </a:cubicBezTo>
                    <a:lnTo>
                      <a:pt x="0" y="4251"/>
                    </a:lnTo>
                    <a:cubicBezTo>
                      <a:pt x="48" y="4239"/>
                      <a:pt x="84" y="4215"/>
                      <a:pt x="120" y="4191"/>
                    </a:cubicBezTo>
                    <a:cubicBezTo>
                      <a:pt x="322" y="4084"/>
                      <a:pt x="417" y="3929"/>
                      <a:pt x="417" y="3786"/>
                    </a:cubicBezTo>
                    <a:lnTo>
                      <a:pt x="429" y="3"/>
                    </a:lnTo>
                    <a:close/>
                  </a:path>
                </a:pathLst>
              </a:custGeom>
              <a:solidFill>
                <a:srgbClr val="F8E1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61"/>
              <p:cNvSpPr/>
              <p:nvPr/>
            </p:nvSpPr>
            <p:spPr>
              <a:xfrm>
                <a:off x="6070707" y="1146000"/>
                <a:ext cx="5058" cy="54673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87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50" y="48"/>
                      <a:pt x="131" y="72"/>
                      <a:pt x="12" y="96"/>
                    </a:cubicBezTo>
                    <a:lnTo>
                      <a:pt x="0" y="3870"/>
                    </a:lnTo>
                    <a:cubicBezTo>
                      <a:pt x="119" y="3858"/>
                      <a:pt x="238" y="3822"/>
                      <a:pt x="345" y="3775"/>
                    </a:cubicBezTo>
                    <a:lnTo>
                      <a:pt x="357" y="0"/>
                    </a:lnTo>
                    <a:close/>
                  </a:path>
                </a:pathLst>
              </a:custGeom>
              <a:solidFill>
                <a:srgbClr val="FEEBD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61"/>
              <p:cNvSpPr/>
              <p:nvPr/>
            </p:nvSpPr>
            <p:spPr>
              <a:xfrm>
                <a:off x="6056410" y="1144827"/>
                <a:ext cx="14481" cy="56171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3976" extrusionOk="0">
                    <a:moveTo>
                      <a:pt x="12" y="0"/>
                    </a:moveTo>
                    <a:lnTo>
                      <a:pt x="0" y="3786"/>
                    </a:lnTo>
                    <a:cubicBezTo>
                      <a:pt x="12" y="3786"/>
                      <a:pt x="24" y="3798"/>
                      <a:pt x="36" y="3798"/>
                    </a:cubicBezTo>
                    <a:cubicBezTo>
                      <a:pt x="231" y="3913"/>
                      <a:pt x="491" y="3976"/>
                      <a:pt x="749" y="3976"/>
                    </a:cubicBezTo>
                    <a:cubicBezTo>
                      <a:pt x="838" y="3976"/>
                      <a:pt x="927" y="3968"/>
                      <a:pt x="1012" y="3953"/>
                    </a:cubicBezTo>
                    <a:lnTo>
                      <a:pt x="1024" y="179"/>
                    </a:lnTo>
                    <a:lnTo>
                      <a:pt x="1024" y="179"/>
                    </a:lnTo>
                    <a:cubicBezTo>
                      <a:pt x="942" y="190"/>
                      <a:pt x="857" y="196"/>
                      <a:pt x="772" y="196"/>
                    </a:cubicBezTo>
                    <a:cubicBezTo>
                      <a:pt x="510" y="196"/>
                      <a:pt x="245" y="141"/>
                      <a:pt x="48" y="24"/>
                    </a:cubicBezTo>
                    <a:cubicBezTo>
                      <a:pt x="36" y="12"/>
                      <a:pt x="24" y="12"/>
                      <a:pt x="12" y="0"/>
                    </a:cubicBezTo>
                    <a:close/>
                  </a:path>
                </a:pathLst>
              </a:custGeom>
              <a:solidFill>
                <a:srgbClr val="FDEE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61"/>
              <p:cNvSpPr/>
              <p:nvPr/>
            </p:nvSpPr>
            <p:spPr>
              <a:xfrm>
                <a:off x="6053542" y="1142129"/>
                <a:ext cx="3052" cy="56199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8" extrusionOk="0">
                    <a:moveTo>
                      <a:pt x="13" y="1"/>
                    </a:moveTo>
                    <a:lnTo>
                      <a:pt x="1" y="3787"/>
                    </a:lnTo>
                    <a:cubicBezTo>
                      <a:pt x="48" y="3846"/>
                      <a:pt x="108" y="3918"/>
                      <a:pt x="203" y="3977"/>
                    </a:cubicBezTo>
                    <a:lnTo>
                      <a:pt x="215" y="191"/>
                    </a:lnTo>
                    <a:cubicBezTo>
                      <a:pt x="120" y="132"/>
                      <a:pt x="60" y="72"/>
                      <a:pt x="13" y="1"/>
                    </a:cubicBezTo>
                    <a:close/>
                  </a:path>
                </a:pathLst>
              </a:custGeom>
              <a:solidFill>
                <a:srgbClr val="F8E1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61"/>
              <p:cNvSpPr/>
              <p:nvPr/>
            </p:nvSpPr>
            <p:spPr>
              <a:xfrm>
                <a:off x="6052708" y="1139275"/>
                <a:ext cx="1017" cy="56355"/>
              </a:xfrm>
              <a:custGeom>
                <a:avLst/>
                <a:gdLst/>
                <a:ahLst/>
                <a:cxnLst/>
                <a:rect l="l" t="t" r="r" b="b"/>
                <a:pathLst>
                  <a:path w="72" h="3989" extrusionOk="0">
                    <a:moveTo>
                      <a:pt x="0" y="0"/>
                    </a:moveTo>
                    <a:lnTo>
                      <a:pt x="0" y="3774"/>
                    </a:lnTo>
                    <a:cubicBezTo>
                      <a:pt x="0" y="3846"/>
                      <a:pt x="12" y="3917"/>
                      <a:pt x="60" y="3989"/>
                    </a:cubicBezTo>
                    <a:lnTo>
                      <a:pt x="72" y="203"/>
                    </a:lnTo>
                    <a:cubicBezTo>
                      <a:pt x="24" y="143"/>
                      <a:pt x="0" y="72"/>
                      <a:pt x="0" y="0"/>
                    </a:cubicBezTo>
                    <a:close/>
                  </a:path>
                </a:pathLst>
              </a:custGeom>
              <a:solidFill>
                <a:srgbClr val="F8E1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61"/>
              <p:cNvSpPr/>
              <p:nvPr/>
            </p:nvSpPr>
            <p:spPr>
              <a:xfrm>
                <a:off x="6051352" y="1130855"/>
                <a:ext cx="31646" cy="16713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183" extrusionOk="0">
                    <a:moveTo>
                      <a:pt x="1120" y="1"/>
                    </a:moveTo>
                    <a:cubicBezTo>
                      <a:pt x="858" y="1"/>
                      <a:pt x="596" y="60"/>
                      <a:pt x="394" y="179"/>
                    </a:cubicBezTo>
                    <a:cubicBezTo>
                      <a:pt x="1" y="406"/>
                      <a:pt x="1" y="787"/>
                      <a:pt x="406" y="1013"/>
                    </a:cubicBezTo>
                    <a:cubicBezTo>
                      <a:pt x="602" y="1126"/>
                      <a:pt x="864" y="1183"/>
                      <a:pt x="1126" y="1183"/>
                    </a:cubicBezTo>
                    <a:cubicBezTo>
                      <a:pt x="1388" y="1183"/>
                      <a:pt x="1650" y="1126"/>
                      <a:pt x="1846" y="1013"/>
                    </a:cubicBezTo>
                    <a:cubicBezTo>
                      <a:pt x="2239" y="787"/>
                      <a:pt x="2239" y="406"/>
                      <a:pt x="1846" y="179"/>
                    </a:cubicBezTo>
                    <a:cubicBezTo>
                      <a:pt x="1644" y="60"/>
                      <a:pt x="1382" y="1"/>
                      <a:pt x="1120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61"/>
              <p:cNvSpPr/>
              <p:nvPr/>
            </p:nvSpPr>
            <p:spPr>
              <a:xfrm>
                <a:off x="6022263" y="1200575"/>
                <a:ext cx="19863" cy="7502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531" extrusionOk="0">
                    <a:moveTo>
                      <a:pt x="933" y="1"/>
                    </a:moveTo>
                    <a:cubicBezTo>
                      <a:pt x="835" y="1"/>
                      <a:pt x="745" y="23"/>
                      <a:pt x="667" y="66"/>
                    </a:cubicBezTo>
                    <a:lnTo>
                      <a:pt x="0" y="447"/>
                    </a:lnTo>
                    <a:cubicBezTo>
                      <a:pt x="82" y="404"/>
                      <a:pt x="172" y="382"/>
                      <a:pt x="270" y="382"/>
                    </a:cubicBezTo>
                    <a:cubicBezTo>
                      <a:pt x="415" y="382"/>
                      <a:pt x="575" y="431"/>
                      <a:pt x="738" y="531"/>
                    </a:cubicBezTo>
                    <a:lnTo>
                      <a:pt x="1405" y="138"/>
                    </a:lnTo>
                    <a:cubicBezTo>
                      <a:pt x="1236" y="46"/>
                      <a:pt x="1076" y="1"/>
                      <a:pt x="933" y="1"/>
                    </a:cubicBezTo>
                    <a:close/>
                  </a:path>
                </a:pathLst>
              </a:custGeom>
              <a:solidFill>
                <a:srgbClr val="7055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61"/>
              <p:cNvSpPr/>
              <p:nvPr/>
            </p:nvSpPr>
            <p:spPr>
              <a:xfrm>
                <a:off x="6032689" y="1202510"/>
                <a:ext cx="15314" cy="1028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728" extrusionOk="0">
                    <a:moveTo>
                      <a:pt x="667" y="1"/>
                    </a:moveTo>
                    <a:lnTo>
                      <a:pt x="0" y="394"/>
                    </a:lnTo>
                    <a:cubicBezTo>
                      <a:pt x="143" y="465"/>
                      <a:pt x="286" y="584"/>
                      <a:pt x="417" y="727"/>
                    </a:cubicBezTo>
                    <a:lnTo>
                      <a:pt x="1084" y="346"/>
                    </a:lnTo>
                    <a:cubicBezTo>
                      <a:pt x="941" y="203"/>
                      <a:pt x="798" y="84"/>
                      <a:pt x="667" y="1"/>
                    </a:cubicBezTo>
                    <a:close/>
                  </a:path>
                </a:pathLst>
              </a:custGeom>
              <a:solidFill>
                <a:srgbClr val="7055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61"/>
              <p:cNvSpPr/>
              <p:nvPr/>
            </p:nvSpPr>
            <p:spPr>
              <a:xfrm>
                <a:off x="6038580" y="1207399"/>
                <a:ext cx="78563" cy="98751"/>
              </a:xfrm>
              <a:custGeom>
                <a:avLst/>
                <a:gdLst/>
                <a:ahLst/>
                <a:cxnLst/>
                <a:rect l="l" t="t" r="r" b="b"/>
                <a:pathLst>
                  <a:path w="5561" h="6990" extrusionOk="0">
                    <a:moveTo>
                      <a:pt x="655" y="0"/>
                    </a:moveTo>
                    <a:lnTo>
                      <a:pt x="0" y="381"/>
                    </a:lnTo>
                    <a:cubicBezTo>
                      <a:pt x="179" y="595"/>
                      <a:pt x="3691" y="4691"/>
                      <a:pt x="4334" y="5406"/>
                    </a:cubicBezTo>
                    <a:cubicBezTo>
                      <a:pt x="4715" y="5846"/>
                      <a:pt x="4894" y="6465"/>
                      <a:pt x="4727" y="6811"/>
                    </a:cubicBezTo>
                    <a:cubicBezTo>
                      <a:pt x="4686" y="6882"/>
                      <a:pt x="4645" y="6936"/>
                      <a:pt x="4589" y="6973"/>
                    </a:cubicBezTo>
                    <a:lnTo>
                      <a:pt x="4589" y="6973"/>
                    </a:lnTo>
                    <a:lnTo>
                      <a:pt x="5227" y="6608"/>
                    </a:lnTo>
                    <a:cubicBezTo>
                      <a:pt x="5286" y="6560"/>
                      <a:pt x="5346" y="6513"/>
                      <a:pt x="5382" y="6430"/>
                    </a:cubicBezTo>
                    <a:cubicBezTo>
                      <a:pt x="5560" y="6084"/>
                      <a:pt x="5370" y="5465"/>
                      <a:pt x="4989" y="5025"/>
                    </a:cubicBezTo>
                    <a:cubicBezTo>
                      <a:pt x="4358" y="4310"/>
                      <a:pt x="845" y="214"/>
                      <a:pt x="655" y="0"/>
                    </a:cubicBezTo>
                    <a:close/>
                    <a:moveTo>
                      <a:pt x="4589" y="6973"/>
                    </a:moveTo>
                    <a:lnTo>
                      <a:pt x="4560" y="6989"/>
                    </a:lnTo>
                    <a:cubicBezTo>
                      <a:pt x="4570" y="6984"/>
                      <a:pt x="4580" y="6979"/>
                      <a:pt x="4589" y="6973"/>
                    </a:cubicBezTo>
                    <a:close/>
                  </a:path>
                </a:pathLst>
              </a:custGeom>
              <a:solidFill>
                <a:srgbClr val="D7B2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61"/>
              <p:cNvSpPr/>
              <p:nvPr/>
            </p:nvSpPr>
            <p:spPr>
              <a:xfrm>
                <a:off x="6016033" y="1205972"/>
                <a:ext cx="91687" cy="100828"/>
              </a:xfrm>
              <a:custGeom>
                <a:avLst/>
                <a:gdLst/>
                <a:ahLst/>
                <a:cxnLst/>
                <a:rect l="l" t="t" r="r" b="b"/>
                <a:pathLst>
                  <a:path w="6490" h="7137" extrusionOk="0">
                    <a:moveTo>
                      <a:pt x="712" y="1"/>
                    </a:moveTo>
                    <a:cubicBezTo>
                      <a:pt x="506" y="1"/>
                      <a:pt x="332" y="101"/>
                      <a:pt x="227" y="304"/>
                    </a:cubicBezTo>
                    <a:cubicBezTo>
                      <a:pt x="1" y="768"/>
                      <a:pt x="239" y="1613"/>
                      <a:pt x="751" y="2173"/>
                    </a:cubicBezTo>
                    <a:cubicBezTo>
                      <a:pt x="953" y="2375"/>
                      <a:pt x="4644" y="6102"/>
                      <a:pt x="5299" y="6781"/>
                    </a:cubicBezTo>
                    <a:cubicBezTo>
                      <a:pt x="5394" y="6888"/>
                      <a:pt x="5501" y="6971"/>
                      <a:pt x="5609" y="7031"/>
                    </a:cubicBezTo>
                    <a:cubicBezTo>
                      <a:pt x="5732" y="7100"/>
                      <a:pt x="5854" y="7136"/>
                      <a:pt x="5963" y="7136"/>
                    </a:cubicBezTo>
                    <a:cubicBezTo>
                      <a:pt x="6117" y="7136"/>
                      <a:pt x="6246" y="7065"/>
                      <a:pt x="6323" y="6912"/>
                    </a:cubicBezTo>
                    <a:cubicBezTo>
                      <a:pt x="6490" y="6566"/>
                      <a:pt x="6311" y="5947"/>
                      <a:pt x="5930" y="5507"/>
                    </a:cubicBezTo>
                    <a:cubicBezTo>
                      <a:pt x="5287" y="4792"/>
                      <a:pt x="1775" y="696"/>
                      <a:pt x="1596" y="482"/>
                    </a:cubicBezTo>
                    <a:cubicBezTo>
                      <a:pt x="1465" y="339"/>
                      <a:pt x="1322" y="220"/>
                      <a:pt x="1179" y="149"/>
                    </a:cubicBezTo>
                    <a:cubicBezTo>
                      <a:pt x="1017" y="50"/>
                      <a:pt x="857" y="1"/>
                      <a:pt x="712" y="1"/>
                    </a:cubicBezTo>
                    <a:close/>
                  </a:path>
                </a:pathLst>
              </a:custGeom>
              <a:solidFill>
                <a:srgbClr val="EFD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61"/>
              <p:cNvSpPr/>
              <p:nvPr/>
            </p:nvSpPr>
            <p:spPr>
              <a:xfrm>
                <a:off x="6034879" y="1234142"/>
                <a:ext cx="5891" cy="371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63" extrusionOk="0">
                    <a:moveTo>
                      <a:pt x="417" y="0"/>
                    </a:moveTo>
                    <a:lnTo>
                      <a:pt x="95" y="191"/>
                    </a:lnTo>
                    <a:cubicBezTo>
                      <a:pt x="60" y="215"/>
                      <a:pt x="36" y="238"/>
                      <a:pt x="0" y="262"/>
                    </a:cubicBezTo>
                    <a:lnTo>
                      <a:pt x="322" y="72"/>
                    </a:lnTo>
                    <a:cubicBezTo>
                      <a:pt x="357" y="48"/>
                      <a:pt x="393" y="24"/>
                      <a:pt x="417" y="0"/>
                    </a:cubicBezTo>
                    <a:close/>
                  </a:path>
                </a:pathLst>
              </a:custGeom>
              <a:solidFill>
                <a:srgbClr val="7253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61"/>
              <p:cNvSpPr/>
              <p:nvPr/>
            </p:nvSpPr>
            <p:spPr>
              <a:xfrm>
                <a:off x="6056579" y="1167784"/>
                <a:ext cx="10779" cy="3461"/>
              </a:xfrm>
              <a:custGeom>
                <a:avLst/>
                <a:gdLst/>
                <a:ahLst/>
                <a:cxnLst/>
                <a:rect l="l" t="t" r="r" b="b"/>
                <a:pathLst>
                  <a:path w="763" h="245" extrusionOk="0">
                    <a:moveTo>
                      <a:pt x="3" y="242"/>
                    </a:moveTo>
                    <a:lnTo>
                      <a:pt x="3" y="242"/>
                    </a:lnTo>
                    <a:cubicBezTo>
                      <a:pt x="2" y="243"/>
                      <a:pt x="1" y="244"/>
                      <a:pt x="0" y="244"/>
                    </a:cubicBezTo>
                    <a:lnTo>
                      <a:pt x="3" y="242"/>
                    </a:lnTo>
                    <a:close/>
                    <a:moveTo>
                      <a:pt x="524" y="0"/>
                    </a:moveTo>
                    <a:cubicBezTo>
                      <a:pt x="450" y="0"/>
                      <a:pt x="381" y="18"/>
                      <a:pt x="322" y="54"/>
                    </a:cubicBezTo>
                    <a:lnTo>
                      <a:pt x="3" y="242"/>
                    </a:lnTo>
                    <a:lnTo>
                      <a:pt x="3" y="242"/>
                    </a:lnTo>
                    <a:cubicBezTo>
                      <a:pt x="62" y="208"/>
                      <a:pt x="129" y="191"/>
                      <a:pt x="201" y="191"/>
                    </a:cubicBezTo>
                    <a:cubicBezTo>
                      <a:pt x="274" y="191"/>
                      <a:pt x="351" y="209"/>
                      <a:pt x="429" y="244"/>
                    </a:cubicBezTo>
                    <a:lnTo>
                      <a:pt x="762" y="54"/>
                    </a:lnTo>
                    <a:cubicBezTo>
                      <a:pt x="679" y="18"/>
                      <a:pt x="598" y="0"/>
                      <a:pt x="524" y="0"/>
                    </a:cubicBezTo>
                    <a:close/>
                  </a:path>
                </a:pathLst>
              </a:custGeom>
              <a:solidFill>
                <a:srgbClr val="7253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61"/>
              <p:cNvSpPr/>
              <p:nvPr/>
            </p:nvSpPr>
            <p:spPr>
              <a:xfrm>
                <a:off x="6062626" y="1168533"/>
                <a:ext cx="6075" cy="337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39" extrusionOk="0">
                    <a:moveTo>
                      <a:pt x="334" y="1"/>
                    </a:moveTo>
                    <a:lnTo>
                      <a:pt x="1" y="191"/>
                    </a:lnTo>
                    <a:cubicBezTo>
                      <a:pt x="36" y="203"/>
                      <a:pt x="72" y="215"/>
                      <a:pt x="108" y="239"/>
                    </a:cubicBezTo>
                    <a:lnTo>
                      <a:pt x="429" y="48"/>
                    </a:lnTo>
                    <a:cubicBezTo>
                      <a:pt x="394" y="25"/>
                      <a:pt x="370" y="13"/>
                      <a:pt x="334" y="1"/>
                    </a:cubicBezTo>
                    <a:close/>
                  </a:path>
                </a:pathLst>
              </a:custGeom>
              <a:solidFill>
                <a:srgbClr val="BF9B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61"/>
              <p:cNvSpPr/>
              <p:nvPr/>
            </p:nvSpPr>
            <p:spPr>
              <a:xfrm>
                <a:off x="6064137" y="1169211"/>
                <a:ext cx="14481" cy="17674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251" extrusionOk="0">
                    <a:moveTo>
                      <a:pt x="322" y="0"/>
                    </a:moveTo>
                    <a:lnTo>
                      <a:pt x="1" y="191"/>
                    </a:lnTo>
                    <a:cubicBezTo>
                      <a:pt x="156" y="274"/>
                      <a:pt x="299" y="417"/>
                      <a:pt x="429" y="608"/>
                    </a:cubicBezTo>
                    <a:cubicBezTo>
                      <a:pt x="572" y="810"/>
                      <a:pt x="668" y="1048"/>
                      <a:pt x="703" y="1251"/>
                    </a:cubicBezTo>
                    <a:lnTo>
                      <a:pt x="1025" y="1060"/>
                    </a:lnTo>
                    <a:cubicBezTo>
                      <a:pt x="1001" y="858"/>
                      <a:pt x="906" y="620"/>
                      <a:pt x="763" y="417"/>
                    </a:cubicBezTo>
                    <a:cubicBezTo>
                      <a:pt x="632" y="227"/>
                      <a:pt x="477" y="84"/>
                      <a:pt x="322" y="0"/>
                    </a:cubicBezTo>
                    <a:close/>
                  </a:path>
                </a:pathLst>
              </a:custGeom>
              <a:solidFill>
                <a:srgbClr val="BF9B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61"/>
              <p:cNvSpPr/>
              <p:nvPr/>
            </p:nvSpPr>
            <p:spPr>
              <a:xfrm>
                <a:off x="6036221" y="1184187"/>
                <a:ext cx="43075" cy="52653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3727" extrusionOk="0">
                    <a:moveTo>
                      <a:pt x="3013" y="0"/>
                    </a:moveTo>
                    <a:lnTo>
                      <a:pt x="2679" y="191"/>
                    </a:lnTo>
                    <a:cubicBezTo>
                      <a:pt x="2715" y="453"/>
                      <a:pt x="2679" y="679"/>
                      <a:pt x="2548" y="810"/>
                    </a:cubicBezTo>
                    <a:cubicBezTo>
                      <a:pt x="2167" y="1215"/>
                      <a:pt x="108" y="3596"/>
                      <a:pt x="0" y="3727"/>
                    </a:cubicBezTo>
                    <a:lnTo>
                      <a:pt x="322" y="3536"/>
                    </a:lnTo>
                    <a:cubicBezTo>
                      <a:pt x="429" y="3405"/>
                      <a:pt x="2501" y="1024"/>
                      <a:pt x="2882" y="619"/>
                    </a:cubicBezTo>
                    <a:cubicBezTo>
                      <a:pt x="3013" y="488"/>
                      <a:pt x="3048" y="262"/>
                      <a:pt x="3013" y="0"/>
                    </a:cubicBezTo>
                    <a:close/>
                  </a:path>
                </a:pathLst>
              </a:custGeom>
              <a:solidFill>
                <a:srgbClr val="7253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61"/>
              <p:cNvSpPr/>
              <p:nvPr/>
            </p:nvSpPr>
            <p:spPr>
              <a:xfrm>
                <a:off x="6009477" y="1170426"/>
                <a:ext cx="66117" cy="682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4831" extrusionOk="0">
                    <a:moveTo>
                      <a:pt x="3532" y="1"/>
                    </a:moveTo>
                    <a:cubicBezTo>
                      <a:pt x="3436" y="1"/>
                      <a:pt x="3348" y="31"/>
                      <a:pt x="3275" y="93"/>
                    </a:cubicBezTo>
                    <a:cubicBezTo>
                      <a:pt x="2858" y="462"/>
                      <a:pt x="453" y="2355"/>
                      <a:pt x="322" y="2462"/>
                    </a:cubicBezTo>
                    <a:cubicBezTo>
                      <a:pt x="0" y="2772"/>
                      <a:pt x="96" y="3522"/>
                      <a:pt x="524" y="4141"/>
                    </a:cubicBezTo>
                    <a:cubicBezTo>
                      <a:pt x="703" y="4391"/>
                      <a:pt x="905" y="4582"/>
                      <a:pt x="1108" y="4701"/>
                    </a:cubicBezTo>
                    <a:cubicBezTo>
                      <a:pt x="1259" y="4786"/>
                      <a:pt x="1407" y="4830"/>
                      <a:pt x="1543" y="4830"/>
                    </a:cubicBezTo>
                    <a:cubicBezTo>
                      <a:pt x="1674" y="4830"/>
                      <a:pt x="1794" y="4789"/>
                      <a:pt x="1893" y="4701"/>
                    </a:cubicBezTo>
                    <a:cubicBezTo>
                      <a:pt x="2001" y="4570"/>
                      <a:pt x="4060" y="2189"/>
                      <a:pt x="4441" y="1784"/>
                    </a:cubicBezTo>
                    <a:cubicBezTo>
                      <a:pt x="4679" y="1534"/>
                      <a:pt x="4620" y="986"/>
                      <a:pt x="4298" y="522"/>
                    </a:cubicBezTo>
                    <a:cubicBezTo>
                      <a:pt x="4168" y="331"/>
                      <a:pt x="4013" y="188"/>
                      <a:pt x="3870" y="105"/>
                    </a:cubicBezTo>
                    <a:cubicBezTo>
                      <a:pt x="3752" y="36"/>
                      <a:pt x="3637" y="1"/>
                      <a:pt x="3532" y="1"/>
                    </a:cubicBezTo>
                    <a:close/>
                  </a:path>
                </a:pathLst>
              </a:custGeom>
              <a:solidFill>
                <a:srgbClr val="E4BD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61"/>
              <p:cNvSpPr/>
              <p:nvPr/>
            </p:nvSpPr>
            <p:spPr>
              <a:xfrm>
                <a:off x="6088027" y="1285440"/>
                <a:ext cx="4224" cy="2373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68" extrusionOk="0">
                    <a:moveTo>
                      <a:pt x="298" y="1"/>
                    </a:moveTo>
                    <a:lnTo>
                      <a:pt x="281" y="11"/>
                    </a:lnTo>
                    <a:lnTo>
                      <a:pt x="281" y="11"/>
                    </a:lnTo>
                    <a:cubicBezTo>
                      <a:pt x="287" y="9"/>
                      <a:pt x="292" y="6"/>
                      <a:pt x="298" y="1"/>
                    </a:cubicBezTo>
                    <a:close/>
                    <a:moveTo>
                      <a:pt x="281" y="11"/>
                    </a:moveTo>
                    <a:lnTo>
                      <a:pt x="281" y="11"/>
                    </a:lnTo>
                    <a:cubicBezTo>
                      <a:pt x="275" y="13"/>
                      <a:pt x="269" y="13"/>
                      <a:pt x="262" y="13"/>
                    </a:cubicBezTo>
                    <a:lnTo>
                      <a:pt x="1" y="167"/>
                    </a:lnTo>
                    <a:cubicBezTo>
                      <a:pt x="12" y="167"/>
                      <a:pt x="24" y="155"/>
                      <a:pt x="36" y="155"/>
                    </a:cubicBezTo>
                    <a:lnTo>
                      <a:pt x="281" y="11"/>
                    </a:ln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61"/>
              <p:cNvSpPr/>
              <p:nvPr/>
            </p:nvSpPr>
            <p:spPr>
              <a:xfrm>
                <a:off x="6088536" y="1285270"/>
                <a:ext cx="5058" cy="2373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68" extrusionOk="0">
                    <a:moveTo>
                      <a:pt x="357" y="1"/>
                    </a:moveTo>
                    <a:cubicBezTo>
                      <a:pt x="322" y="1"/>
                      <a:pt x="286" y="1"/>
                      <a:pt x="262" y="13"/>
                    </a:cubicBezTo>
                    <a:lnTo>
                      <a:pt x="0" y="167"/>
                    </a:lnTo>
                    <a:cubicBezTo>
                      <a:pt x="24" y="156"/>
                      <a:pt x="60" y="156"/>
                      <a:pt x="96" y="156"/>
                    </a:cubicBezTo>
                    <a:lnTo>
                      <a:pt x="357" y="1"/>
                    </a:ln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61"/>
              <p:cNvSpPr/>
              <p:nvPr/>
            </p:nvSpPr>
            <p:spPr>
              <a:xfrm>
                <a:off x="6089709" y="1285270"/>
                <a:ext cx="6244" cy="3052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16" extrusionOk="0">
                    <a:moveTo>
                      <a:pt x="274" y="1"/>
                    </a:moveTo>
                    <a:lnTo>
                      <a:pt x="1" y="156"/>
                    </a:lnTo>
                    <a:cubicBezTo>
                      <a:pt x="60" y="156"/>
                      <a:pt x="120" y="179"/>
                      <a:pt x="179" y="215"/>
                    </a:cubicBezTo>
                    <a:lnTo>
                      <a:pt x="441" y="60"/>
                    </a:lnTo>
                    <a:cubicBezTo>
                      <a:pt x="382" y="25"/>
                      <a:pt x="322" y="1"/>
                      <a:pt x="274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61"/>
              <p:cNvSpPr/>
              <p:nvPr/>
            </p:nvSpPr>
            <p:spPr>
              <a:xfrm>
                <a:off x="6092237" y="1286118"/>
                <a:ext cx="7078" cy="5227"/>
              </a:xfrm>
              <a:custGeom>
                <a:avLst/>
                <a:gdLst/>
                <a:ahLst/>
                <a:cxnLst/>
                <a:rect l="l" t="t" r="r" b="b"/>
                <a:pathLst>
                  <a:path w="501" h="370" extrusionOk="0">
                    <a:moveTo>
                      <a:pt x="262" y="0"/>
                    </a:moveTo>
                    <a:lnTo>
                      <a:pt x="0" y="155"/>
                    </a:lnTo>
                    <a:cubicBezTo>
                      <a:pt x="84" y="203"/>
                      <a:pt x="167" y="274"/>
                      <a:pt x="226" y="369"/>
                    </a:cubicBezTo>
                    <a:lnTo>
                      <a:pt x="500" y="215"/>
                    </a:lnTo>
                    <a:cubicBezTo>
                      <a:pt x="429" y="131"/>
                      <a:pt x="345" y="48"/>
                      <a:pt x="262" y="0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61"/>
              <p:cNvSpPr/>
              <p:nvPr/>
            </p:nvSpPr>
            <p:spPr>
              <a:xfrm>
                <a:off x="6095430" y="1289141"/>
                <a:ext cx="5058" cy="4055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87" extrusionOk="0">
                    <a:moveTo>
                      <a:pt x="274" y="1"/>
                    </a:moveTo>
                    <a:lnTo>
                      <a:pt x="0" y="155"/>
                    </a:lnTo>
                    <a:cubicBezTo>
                      <a:pt x="36" y="203"/>
                      <a:pt x="60" y="239"/>
                      <a:pt x="84" y="286"/>
                    </a:cubicBezTo>
                    <a:lnTo>
                      <a:pt x="358" y="132"/>
                    </a:lnTo>
                    <a:cubicBezTo>
                      <a:pt x="334" y="84"/>
                      <a:pt x="298" y="48"/>
                      <a:pt x="274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61"/>
              <p:cNvSpPr/>
              <p:nvPr/>
            </p:nvSpPr>
            <p:spPr>
              <a:xfrm>
                <a:off x="6096603" y="1290992"/>
                <a:ext cx="4563" cy="4224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99" extrusionOk="0">
                    <a:moveTo>
                      <a:pt x="275" y="1"/>
                    </a:moveTo>
                    <a:lnTo>
                      <a:pt x="1" y="155"/>
                    </a:lnTo>
                    <a:cubicBezTo>
                      <a:pt x="25" y="203"/>
                      <a:pt x="48" y="251"/>
                      <a:pt x="60" y="298"/>
                    </a:cubicBezTo>
                    <a:lnTo>
                      <a:pt x="322" y="143"/>
                    </a:lnTo>
                    <a:cubicBezTo>
                      <a:pt x="310" y="96"/>
                      <a:pt x="298" y="48"/>
                      <a:pt x="275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61"/>
              <p:cNvSpPr/>
              <p:nvPr/>
            </p:nvSpPr>
            <p:spPr>
              <a:xfrm>
                <a:off x="6096264" y="1293012"/>
                <a:ext cx="5566" cy="9098"/>
              </a:xfrm>
              <a:custGeom>
                <a:avLst/>
                <a:gdLst/>
                <a:ahLst/>
                <a:cxnLst/>
                <a:rect l="l" t="t" r="r" b="b"/>
                <a:pathLst>
                  <a:path w="394" h="644" extrusionOk="0">
                    <a:moveTo>
                      <a:pt x="346" y="0"/>
                    </a:moveTo>
                    <a:lnTo>
                      <a:pt x="84" y="155"/>
                    </a:lnTo>
                    <a:cubicBezTo>
                      <a:pt x="108" y="227"/>
                      <a:pt x="120" y="310"/>
                      <a:pt x="120" y="381"/>
                    </a:cubicBezTo>
                    <a:cubicBezTo>
                      <a:pt x="120" y="512"/>
                      <a:pt x="72" y="596"/>
                      <a:pt x="1" y="643"/>
                    </a:cubicBezTo>
                    <a:lnTo>
                      <a:pt x="263" y="489"/>
                    </a:lnTo>
                    <a:cubicBezTo>
                      <a:pt x="346" y="441"/>
                      <a:pt x="394" y="358"/>
                      <a:pt x="394" y="227"/>
                    </a:cubicBezTo>
                    <a:cubicBezTo>
                      <a:pt x="394" y="155"/>
                      <a:pt x="370" y="72"/>
                      <a:pt x="346" y="0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61"/>
              <p:cNvSpPr/>
              <p:nvPr/>
            </p:nvSpPr>
            <p:spPr>
              <a:xfrm>
                <a:off x="6086346" y="1287517"/>
                <a:ext cx="11613" cy="15046"/>
              </a:xfrm>
              <a:custGeom>
                <a:avLst/>
                <a:gdLst/>
                <a:ahLst/>
                <a:cxnLst/>
                <a:rect l="l" t="t" r="r" b="b"/>
                <a:pathLst>
                  <a:path w="822" h="1065" extrusionOk="0">
                    <a:moveTo>
                      <a:pt x="233" y="0"/>
                    </a:moveTo>
                    <a:cubicBezTo>
                      <a:pt x="97" y="0"/>
                      <a:pt x="0" y="108"/>
                      <a:pt x="0" y="294"/>
                    </a:cubicBezTo>
                    <a:cubicBezTo>
                      <a:pt x="0" y="556"/>
                      <a:pt x="179" y="866"/>
                      <a:pt x="405" y="1009"/>
                    </a:cubicBezTo>
                    <a:cubicBezTo>
                      <a:pt x="474" y="1046"/>
                      <a:pt x="538" y="1064"/>
                      <a:pt x="594" y="1064"/>
                    </a:cubicBezTo>
                    <a:cubicBezTo>
                      <a:pt x="732" y="1064"/>
                      <a:pt x="822" y="956"/>
                      <a:pt x="822" y="770"/>
                    </a:cubicBezTo>
                    <a:cubicBezTo>
                      <a:pt x="822" y="508"/>
                      <a:pt x="643" y="187"/>
                      <a:pt x="417" y="56"/>
                    </a:cubicBezTo>
                    <a:cubicBezTo>
                      <a:pt x="352" y="18"/>
                      <a:pt x="289" y="0"/>
                      <a:pt x="233" y="0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61"/>
              <p:cNvSpPr/>
              <p:nvPr/>
            </p:nvSpPr>
            <p:spPr>
              <a:xfrm>
                <a:off x="6074408" y="986724"/>
                <a:ext cx="189407" cy="102099"/>
              </a:xfrm>
              <a:custGeom>
                <a:avLst/>
                <a:gdLst/>
                <a:ahLst/>
                <a:cxnLst/>
                <a:rect l="l" t="t" r="r" b="b"/>
                <a:pathLst>
                  <a:path w="13407" h="7227" extrusionOk="0">
                    <a:moveTo>
                      <a:pt x="12841" y="1"/>
                    </a:moveTo>
                    <a:cubicBezTo>
                      <a:pt x="12659" y="1"/>
                      <a:pt x="12492" y="45"/>
                      <a:pt x="12347" y="130"/>
                    </a:cubicBezTo>
                    <a:lnTo>
                      <a:pt x="37" y="7205"/>
                    </a:lnTo>
                    <a:lnTo>
                      <a:pt x="37" y="7205"/>
                    </a:lnTo>
                    <a:cubicBezTo>
                      <a:pt x="171" y="7133"/>
                      <a:pt x="325" y="7095"/>
                      <a:pt x="494" y="7095"/>
                    </a:cubicBezTo>
                    <a:cubicBezTo>
                      <a:pt x="666" y="7095"/>
                      <a:pt x="853" y="7134"/>
                      <a:pt x="1048" y="7214"/>
                    </a:cubicBezTo>
                    <a:lnTo>
                      <a:pt x="13407" y="130"/>
                    </a:lnTo>
                    <a:cubicBezTo>
                      <a:pt x="13208" y="42"/>
                      <a:pt x="13017" y="1"/>
                      <a:pt x="12841" y="1"/>
                    </a:cubicBezTo>
                    <a:close/>
                    <a:moveTo>
                      <a:pt x="37" y="7205"/>
                    </a:moveTo>
                    <a:cubicBezTo>
                      <a:pt x="25" y="7212"/>
                      <a:pt x="12" y="7219"/>
                      <a:pt x="0" y="7226"/>
                    </a:cubicBezTo>
                    <a:lnTo>
                      <a:pt x="37" y="7205"/>
                    </a:lnTo>
                    <a:close/>
                  </a:path>
                </a:pathLst>
              </a:custGeom>
              <a:solidFill>
                <a:srgbClr val="E4BD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61"/>
              <p:cNvSpPr/>
              <p:nvPr/>
            </p:nvSpPr>
            <p:spPr>
              <a:xfrm>
                <a:off x="6089200" y="988391"/>
                <a:ext cx="204227" cy="141134"/>
              </a:xfrm>
              <a:custGeom>
                <a:avLst/>
                <a:gdLst/>
                <a:ahLst/>
                <a:cxnLst/>
                <a:rect l="l" t="t" r="r" b="b"/>
                <a:pathLst>
                  <a:path w="14456" h="9990" extrusionOk="0">
                    <a:moveTo>
                      <a:pt x="12360" y="0"/>
                    </a:moveTo>
                    <a:lnTo>
                      <a:pt x="1" y="7096"/>
                    </a:lnTo>
                    <a:cubicBezTo>
                      <a:pt x="96" y="7132"/>
                      <a:pt x="191" y="7180"/>
                      <a:pt x="275" y="7239"/>
                    </a:cubicBezTo>
                    <a:cubicBezTo>
                      <a:pt x="1180" y="7751"/>
                      <a:pt x="1930" y="8918"/>
                      <a:pt x="2108" y="9990"/>
                    </a:cubicBezTo>
                    <a:lnTo>
                      <a:pt x="14455" y="2905"/>
                    </a:lnTo>
                    <a:cubicBezTo>
                      <a:pt x="14288" y="1822"/>
                      <a:pt x="13538" y="655"/>
                      <a:pt x="12633" y="143"/>
                    </a:cubicBezTo>
                    <a:cubicBezTo>
                      <a:pt x="12538" y="84"/>
                      <a:pt x="12455" y="48"/>
                      <a:pt x="12360" y="0"/>
                    </a:cubicBezTo>
                    <a:close/>
                  </a:path>
                </a:pathLst>
              </a:custGeom>
              <a:solidFill>
                <a:srgbClr val="EFD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61"/>
              <p:cNvSpPr/>
              <p:nvPr/>
            </p:nvSpPr>
            <p:spPr>
              <a:xfrm>
                <a:off x="6111748" y="1029432"/>
                <a:ext cx="182344" cy="123813"/>
              </a:xfrm>
              <a:custGeom>
                <a:avLst/>
                <a:gdLst/>
                <a:ahLst/>
                <a:cxnLst/>
                <a:rect l="l" t="t" r="r" b="b"/>
                <a:pathLst>
                  <a:path w="12907" h="8764" extrusionOk="0">
                    <a:moveTo>
                      <a:pt x="12859" y="0"/>
                    </a:moveTo>
                    <a:lnTo>
                      <a:pt x="512" y="7085"/>
                    </a:lnTo>
                    <a:cubicBezTo>
                      <a:pt x="536" y="7251"/>
                      <a:pt x="548" y="7406"/>
                      <a:pt x="548" y="7561"/>
                    </a:cubicBezTo>
                    <a:cubicBezTo>
                      <a:pt x="536" y="8144"/>
                      <a:pt x="334" y="8561"/>
                      <a:pt x="0" y="8763"/>
                    </a:cubicBezTo>
                    <a:lnTo>
                      <a:pt x="12359" y="1667"/>
                    </a:lnTo>
                    <a:cubicBezTo>
                      <a:pt x="12692" y="1465"/>
                      <a:pt x="12895" y="1060"/>
                      <a:pt x="12907" y="465"/>
                    </a:cubicBezTo>
                    <a:cubicBezTo>
                      <a:pt x="12907" y="310"/>
                      <a:pt x="12895" y="155"/>
                      <a:pt x="12859" y="0"/>
                    </a:cubicBezTo>
                    <a:close/>
                  </a:path>
                </a:pathLst>
              </a:custGeom>
              <a:solidFill>
                <a:srgbClr val="E4BD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61"/>
              <p:cNvSpPr/>
              <p:nvPr/>
            </p:nvSpPr>
            <p:spPr>
              <a:xfrm>
                <a:off x="6066497" y="1087031"/>
                <a:ext cx="52992" cy="67953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4810" extrusionOk="0">
                    <a:moveTo>
                      <a:pt x="1046" y="1"/>
                    </a:moveTo>
                    <a:cubicBezTo>
                      <a:pt x="436" y="1"/>
                      <a:pt x="12" y="483"/>
                      <a:pt x="12" y="1317"/>
                    </a:cubicBezTo>
                    <a:cubicBezTo>
                      <a:pt x="1" y="2508"/>
                      <a:pt x="834" y="3948"/>
                      <a:pt x="1870" y="4555"/>
                    </a:cubicBezTo>
                    <a:cubicBezTo>
                      <a:pt x="2170" y="4728"/>
                      <a:pt x="2455" y="4810"/>
                      <a:pt x="2707" y="4810"/>
                    </a:cubicBezTo>
                    <a:cubicBezTo>
                      <a:pt x="3325" y="4810"/>
                      <a:pt x="3751" y="4321"/>
                      <a:pt x="3751" y="3484"/>
                    </a:cubicBezTo>
                    <a:cubicBezTo>
                      <a:pt x="3751" y="2293"/>
                      <a:pt x="2918" y="853"/>
                      <a:pt x="1882" y="257"/>
                    </a:cubicBezTo>
                    <a:cubicBezTo>
                      <a:pt x="1582" y="83"/>
                      <a:pt x="1298" y="1"/>
                      <a:pt x="1046" y="1"/>
                    </a:cubicBezTo>
                    <a:close/>
                  </a:path>
                </a:pathLst>
              </a:custGeom>
              <a:solidFill>
                <a:srgbClr val="A585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61"/>
              <p:cNvSpPr/>
              <p:nvPr/>
            </p:nvSpPr>
            <p:spPr>
              <a:xfrm>
                <a:off x="6082475" y="1143301"/>
                <a:ext cx="41563" cy="27266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1930" extrusionOk="0">
                    <a:moveTo>
                      <a:pt x="2941" y="1"/>
                    </a:moveTo>
                    <a:lnTo>
                      <a:pt x="144" y="1632"/>
                    </a:lnTo>
                    <a:cubicBezTo>
                      <a:pt x="144" y="1774"/>
                      <a:pt x="85" y="1880"/>
                      <a:pt x="3" y="1929"/>
                    </a:cubicBezTo>
                    <a:lnTo>
                      <a:pt x="3" y="1929"/>
                    </a:lnTo>
                    <a:lnTo>
                      <a:pt x="2799" y="310"/>
                    </a:lnTo>
                    <a:cubicBezTo>
                      <a:pt x="2894" y="263"/>
                      <a:pt x="2941" y="156"/>
                      <a:pt x="2941" y="1"/>
                    </a:cubicBezTo>
                    <a:close/>
                    <a:moveTo>
                      <a:pt x="3" y="1929"/>
                    </a:moveTo>
                    <a:lnTo>
                      <a:pt x="1" y="1930"/>
                    </a:lnTo>
                    <a:cubicBezTo>
                      <a:pt x="1" y="1929"/>
                      <a:pt x="2" y="1929"/>
                      <a:pt x="3" y="1929"/>
                    </a:cubicBezTo>
                    <a:close/>
                  </a:path>
                </a:pathLst>
              </a:custGeom>
              <a:solidFill>
                <a:srgbClr val="FEEBD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61"/>
              <p:cNvSpPr/>
              <p:nvPr/>
            </p:nvSpPr>
            <p:spPr>
              <a:xfrm>
                <a:off x="6042437" y="1077805"/>
                <a:ext cx="44431" cy="23974"/>
              </a:xfrm>
              <a:custGeom>
                <a:avLst/>
                <a:gdLst/>
                <a:ahLst/>
                <a:cxnLst/>
                <a:rect l="l" t="t" r="r" b="b"/>
                <a:pathLst>
                  <a:path w="3145" h="1697" extrusionOk="0">
                    <a:moveTo>
                      <a:pt x="2915" y="1"/>
                    </a:moveTo>
                    <a:cubicBezTo>
                      <a:pt x="2871" y="1"/>
                      <a:pt x="2832" y="10"/>
                      <a:pt x="2799" y="29"/>
                    </a:cubicBezTo>
                    <a:lnTo>
                      <a:pt x="1" y="1660"/>
                    </a:lnTo>
                    <a:cubicBezTo>
                      <a:pt x="37" y="1640"/>
                      <a:pt x="79" y="1628"/>
                      <a:pt x="127" y="1628"/>
                    </a:cubicBezTo>
                    <a:cubicBezTo>
                      <a:pt x="189" y="1628"/>
                      <a:pt x="260" y="1649"/>
                      <a:pt x="334" y="1696"/>
                    </a:cubicBezTo>
                    <a:lnTo>
                      <a:pt x="3144" y="65"/>
                    </a:lnTo>
                    <a:cubicBezTo>
                      <a:pt x="3058" y="22"/>
                      <a:pt x="2981" y="1"/>
                      <a:pt x="2915" y="1"/>
                    </a:cubicBezTo>
                    <a:close/>
                  </a:path>
                </a:pathLst>
              </a:custGeom>
              <a:solidFill>
                <a:srgbClr val="FEEE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61"/>
              <p:cNvSpPr/>
              <p:nvPr/>
            </p:nvSpPr>
            <p:spPr>
              <a:xfrm>
                <a:off x="6084495" y="1108151"/>
                <a:ext cx="39712" cy="58219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4121" extrusionOk="0">
                    <a:moveTo>
                      <a:pt x="2810" y="0"/>
                    </a:moveTo>
                    <a:lnTo>
                      <a:pt x="12" y="1620"/>
                    </a:lnTo>
                    <a:lnTo>
                      <a:pt x="1" y="4120"/>
                    </a:lnTo>
                    <a:lnTo>
                      <a:pt x="2798" y="2489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FEEBD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61"/>
              <p:cNvSpPr/>
              <p:nvPr/>
            </p:nvSpPr>
            <p:spPr>
              <a:xfrm>
                <a:off x="6047156" y="1078709"/>
                <a:ext cx="70327" cy="40730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883" extrusionOk="0">
                    <a:moveTo>
                      <a:pt x="2810" y="1"/>
                    </a:moveTo>
                    <a:lnTo>
                      <a:pt x="0" y="1632"/>
                    </a:lnTo>
                    <a:lnTo>
                      <a:pt x="2167" y="2882"/>
                    </a:lnTo>
                    <a:lnTo>
                      <a:pt x="4977" y="1251"/>
                    </a:lnTo>
                    <a:lnTo>
                      <a:pt x="2810" y="1"/>
                    </a:lnTo>
                    <a:close/>
                  </a:path>
                </a:pathLst>
              </a:custGeom>
              <a:solidFill>
                <a:srgbClr val="FFF4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61"/>
              <p:cNvSpPr/>
              <p:nvPr/>
            </p:nvSpPr>
            <p:spPr>
              <a:xfrm>
                <a:off x="6077771" y="1096383"/>
                <a:ext cx="46437" cy="3465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2453" extrusionOk="0">
                    <a:moveTo>
                      <a:pt x="2810" y="0"/>
                    </a:moveTo>
                    <a:lnTo>
                      <a:pt x="0" y="1631"/>
                    </a:lnTo>
                    <a:cubicBezTo>
                      <a:pt x="274" y="1786"/>
                      <a:pt x="488" y="2155"/>
                      <a:pt x="477" y="2453"/>
                    </a:cubicBezTo>
                    <a:lnTo>
                      <a:pt x="3286" y="833"/>
                    </a:lnTo>
                    <a:cubicBezTo>
                      <a:pt x="3286" y="524"/>
                      <a:pt x="3072" y="155"/>
                      <a:pt x="2810" y="0"/>
                    </a:cubicBezTo>
                    <a:close/>
                  </a:path>
                </a:pathLst>
              </a:custGeom>
              <a:solidFill>
                <a:srgbClr val="FEEE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61"/>
              <p:cNvSpPr/>
              <p:nvPr/>
            </p:nvSpPr>
            <p:spPr>
              <a:xfrm>
                <a:off x="6040262" y="1100805"/>
                <a:ext cx="44247" cy="70284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4975" extrusionOk="0">
                    <a:moveTo>
                      <a:pt x="273" y="0"/>
                    </a:moveTo>
                    <a:cubicBezTo>
                      <a:pt x="118" y="0"/>
                      <a:pt x="12" y="124"/>
                      <a:pt x="12" y="342"/>
                    </a:cubicBezTo>
                    <a:lnTo>
                      <a:pt x="0" y="2830"/>
                    </a:lnTo>
                    <a:cubicBezTo>
                      <a:pt x="0" y="3140"/>
                      <a:pt x="214" y="3509"/>
                      <a:pt x="476" y="3652"/>
                    </a:cubicBezTo>
                    <a:lnTo>
                      <a:pt x="2643" y="4914"/>
                    </a:lnTo>
                    <a:cubicBezTo>
                      <a:pt x="2722" y="4955"/>
                      <a:pt x="2795" y="4974"/>
                      <a:pt x="2860" y="4974"/>
                    </a:cubicBezTo>
                    <a:cubicBezTo>
                      <a:pt x="3022" y="4974"/>
                      <a:pt x="3132" y="4853"/>
                      <a:pt x="3132" y="4640"/>
                    </a:cubicBezTo>
                    <a:lnTo>
                      <a:pt x="3132" y="2140"/>
                    </a:lnTo>
                    <a:cubicBezTo>
                      <a:pt x="3132" y="1842"/>
                      <a:pt x="2929" y="1473"/>
                      <a:pt x="2655" y="1318"/>
                    </a:cubicBezTo>
                    <a:lnTo>
                      <a:pt x="488" y="68"/>
                    </a:lnTo>
                    <a:cubicBezTo>
                      <a:pt x="411" y="22"/>
                      <a:pt x="337" y="0"/>
                      <a:pt x="273" y="0"/>
                    </a:cubicBezTo>
                    <a:close/>
                  </a:path>
                </a:pathLst>
              </a:custGeom>
              <a:solidFill>
                <a:srgbClr val="CDAB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61"/>
              <p:cNvSpPr/>
              <p:nvPr/>
            </p:nvSpPr>
            <p:spPr>
              <a:xfrm>
                <a:off x="6042437" y="1102938"/>
                <a:ext cx="40051" cy="66117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4680" extrusionOk="0">
                    <a:moveTo>
                      <a:pt x="120" y="0"/>
                    </a:moveTo>
                    <a:cubicBezTo>
                      <a:pt x="25" y="0"/>
                      <a:pt x="1" y="119"/>
                      <a:pt x="1" y="191"/>
                    </a:cubicBezTo>
                    <a:lnTo>
                      <a:pt x="1" y="2679"/>
                    </a:lnTo>
                    <a:cubicBezTo>
                      <a:pt x="1" y="2929"/>
                      <a:pt x="180" y="3251"/>
                      <a:pt x="406" y="3382"/>
                    </a:cubicBezTo>
                    <a:lnTo>
                      <a:pt x="2573" y="4632"/>
                    </a:lnTo>
                    <a:cubicBezTo>
                      <a:pt x="2632" y="4668"/>
                      <a:pt x="2680" y="4680"/>
                      <a:pt x="2716" y="4680"/>
                    </a:cubicBezTo>
                    <a:cubicBezTo>
                      <a:pt x="2811" y="4680"/>
                      <a:pt x="2835" y="4560"/>
                      <a:pt x="2823" y="4489"/>
                    </a:cubicBezTo>
                    <a:lnTo>
                      <a:pt x="2835" y="1989"/>
                    </a:lnTo>
                    <a:cubicBezTo>
                      <a:pt x="2835" y="1739"/>
                      <a:pt x="2656" y="1417"/>
                      <a:pt x="2430" y="1298"/>
                    </a:cubicBezTo>
                    <a:lnTo>
                      <a:pt x="263" y="48"/>
                    </a:lnTo>
                    <a:cubicBezTo>
                      <a:pt x="203" y="0"/>
                      <a:pt x="156" y="0"/>
                      <a:pt x="120" y="0"/>
                    </a:cubicBezTo>
                    <a:close/>
                  </a:path>
                </a:pathLst>
              </a:custGeom>
              <a:solidFill>
                <a:srgbClr val="E9C5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61"/>
              <p:cNvSpPr/>
              <p:nvPr/>
            </p:nvSpPr>
            <p:spPr>
              <a:xfrm>
                <a:off x="6052030" y="1123861"/>
                <a:ext cx="20866" cy="2663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885" extrusionOk="0">
                    <a:moveTo>
                      <a:pt x="410" y="0"/>
                    </a:moveTo>
                    <a:cubicBezTo>
                      <a:pt x="173" y="0"/>
                      <a:pt x="13" y="192"/>
                      <a:pt x="13" y="520"/>
                    </a:cubicBezTo>
                    <a:cubicBezTo>
                      <a:pt x="1" y="984"/>
                      <a:pt x="334" y="1555"/>
                      <a:pt x="739" y="1782"/>
                    </a:cubicBezTo>
                    <a:cubicBezTo>
                      <a:pt x="858" y="1852"/>
                      <a:pt x="969" y="1885"/>
                      <a:pt x="1067" y="1885"/>
                    </a:cubicBezTo>
                    <a:cubicBezTo>
                      <a:pt x="1305" y="1885"/>
                      <a:pt x="1465" y="1693"/>
                      <a:pt x="1465" y="1365"/>
                    </a:cubicBezTo>
                    <a:cubicBezTo>
                      <a:pt x="1477" y="901"/>
                      <a:pt x="1144" y="341"/>
                      <a:pt x="739" y="103"/>
                    </a:cubicBezTo>
                    <a:cubicBezTo>
                      <a:pt x="620" y="33"/>
                      <a:pt x="508" y="0"/>
                      <a:pt x="410" y="0"/>
                    </a:cubicBezTo>
                    <a:close/>
                  </a:path>
                </a:pathLst>
              </a:custGeom>
              <a:solidFill>
                <a:srgbClr val="CDAB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61"/>
              <p:cNvSpPr/>
              <p:nvPr/>
            </p:nvSpPr>
            <p:spPr>
              <a:xfrm>
                <a:off x="6066836" y="942589"/>
                <a:ext cx="236678" cy="162876"/>
              </a:xfrm>
              <a:custGeom>
                <a:avLst/>
                <a:gdLst/>
                <a:ahLst/>
                <a:cxnLst/>
                <a:rect l="l" t="t" r="r" b="b"/>
                <a:pathLst>
                  <a:path w="16753" h="11529" extrusionOk="0">
                    <a:moveTo>
                      <a:pt x="13858" y="1"/>
                    </a:moveTo>
                    <a:cubicBezTo>
                      <a:pt x="12982" y="1"/>
                      <a:pt x="12141" y="252"/>
                      <a:pt x="11526" y="706"/>
                    </a:cubicBezTo>
                    <a:cubicBezTo>
                      <a:pt x="10252" y="1659"/>
                      <a:pt x="9644" y="2552"/>
                      <a:pt x="9061" y="3409"/>
                    </a:cubicBezTo>
                    <a:cubicBezTo>
                      <a:pt x="8192" y="4707"/>
                      <a:pt x="7442" y="5826"/>
                      <a:pt x="4572" y="6802"/>
                    </a:cubicBezTo>
                    <a:cubicBezTo>
                      <a:pt x="2084" y="7659"/>
                      <a:pt x="1000" y="8886"/>
                      <a:pt x="524" y="9779"/>
                    </a:cubicBezTo>
                    <a:cubicBezTo>
                      <a:pt x="0" y="10743"/>
                      <a:pt x="84" y="11493"/>
                      <a:pt x="84" y="11529"/>
                    </a:cubicBezTo>
                    <a:lnTo>
                      <a:pt x="215" y="11505"/>
                    </a:lnTo>
                    <a:cubicBezTo>
                      <a:pt x="215" y="11505"/>
                      <a:pt x="131" y="10767"/>
                      <a:pt x="631" y="9838"/>
                    </a:cubicBezTo>
                    <a:cubicBezTo>
                      <a:pt x="1096" y="8969"/>
                      <a:pt x="2167" y="7767"/>
                      <a:pt x="4620" y="6933"/>
                    </a:cubicBezTo>
                    <a:cubicBezTo>
                      <a:pt x="7525" y="5933"/>
                      <a:pt x="8323" y="4742"/>
                      <a:pt x="9168" y="3480"/>
                    </a:cubicBezTo>
                    <a:cubicBezTo>
                      <a:pt x="9752" y="2635"/>
                      <a:pt x="10347" y="1754"/>
                      <a:pt x="11609" y="813"/>
                    </a:cubicBezTo>
                    <a:cubicBezTo>
                      <a:pt x="12192" y="372"/>
                      <a:pt x="12997" y="130"/>
                      <a:pt x="13844" y="130"/>
                    </a:cubicBezTo>
                    <a:cubicBezTo>
                      <a:pt x="14069" y="130"/>
                      <a:pt x="14298" y="147"/>
                      <a:pt x="14526" y="182"/>
                    </a:cubicBezTo>
                    <a:cubicBezTo>
                      <a:pt x="15443" y="313"/>
                      <a:pt x="16229" y="730"/>
                      <a:pt x="16657" y="1313"/>
                    </a:cubicBezTo>
                    <a:lnTo>
                      <a:pt x="16752" y="1242"/>
                    </a:lnTo>
                    <a:cubicBezTo>
                      <a:pt x="16312" y="623"/>
                      <a:pt x="15502" y="194"/>
                      <a:pt x="14538" y="51"/>
                    </a:cubicBezTo>
                    <a:cubicBezTo>
                      <a:pt x="14311" y="17"/>
                      <a:pt x="14083" y="1"/>
                      <a:pt x="138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61"/>
              <p:cNvSpPr/>
              <p:nvPr/>
            </p:nvSpPr>
            <p:spPr>
              <a:xfrm>
                <a:off x="6075242" y="946587"/>
                <a:ext cx="233146" cy="156533"/>
              </a:xfrm>
              <a:custGeom>
                <a:avLst/>
                <a:gdLst/>
                <a:ahLst/>
                <a:cxnLst/>
                <a:rect l="l" t="t" r="r" b="b"/>
                <a:pathLst>
                  <a:path w="16503" h="11080" extrusionOk="0">
                    <a:moveTo>
                      <a:pt x="15031" y="0"/>
                    </a:moveTo>
                    <a:cubicBezTo>
                      <a:pt x="14933" y="0"/>
                      <a:pt x="14832" y="6"/>
                      <a:pt x="14729" y="18"/>
                    </a:cubicBezTo>
                    <a:cubicBezTo>
                      <a:pt x="12859" y="245"/>
                      <a:pt x="10800" y="2376"/>
                      <a:pt x="10323" y="3150"/>
                    </a:cubicBezTo>
                    <a:cubicBezTo>
                      <a:pt x="9704" y="4174"/>
                      <a:pt x="6668" y="5400"/>
                      <a:pt x="3120" y="6079"/>
                    </a:cubicBezTo>
                    <a:cubicBezTo>
                      <a:pt x="1263" y="6436"/>
                      <a:pt x="560" y="7781"/>
                      <a:pt x="286" y="8841"/>
                    </a:cubicBezTo>
                    <a:cubicBezTo>
                      <a:pt x="1" y="9984"/>
                      <a:pt x="144" y="11067"/>
                      <a:pt x="144" y="11079"/>
                    </a:cubicBezTo>
                    <a:lnTo>
                      <a:pt x="275" y="11055"/>
                    </a:lnTo>
                    <a:cubicBezTo>
                      <a:pt x="275" y="11044"/>
                      <a:pt x="132" y="9996"/>
                      <a:pt x="405" y="8877"/>
                    </a:cubicBezTo>
                    <a:cubicBezTo>
                      <a:pt x="786" y="7376"/>
                      <a:pt x="1703" y="6484"/>
                      <a:pt x="3144" y="6210"/>
                    </a:cubicBezTo>
                    <a:cubicBezTo>
                      <a:pt x="6787" y="5519"/>
                      <a:pt x="9788" y="4281"/>
                      <a:pt x="10431" y="3221"/>
                    </a:cubicBezTo>
                    <a:cubicBezTo>
                      <a:pt x="10895" y="2459"/>
                      <a:pt x="12919" y="364"/>
                      <a:pt x="14753" y="149"/>
                    </a:cubicBezTo>
                    <a:cubicBezTo>
                      <a:pt x="14853" y="137"/>
                      <a:pt x="14951" y="130"/>
                      <a:pt x="15047" y="130"/>
                    </a:cubicBezTo>
                    <a:cubicBezTo>
                      <a:pt x="15576" y="130"/>
                      <a:pt x="16034" y="324"/>
                      <a:pt x="16407" y="697"/>
                    </a:cubicBezTo>
                    <a:lnTo>
                      <a:pt x="16503" y="602"/>
                    </a:lnTo>
                    <a:cubicBezTo>
                      <a:pt x="16096" y="206"/>
                      <a:pt x="15603" y="0"/>
                      <a:pt x="150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61"/>
              <p:cNvSpPr/>
              <p:nvPr/>
            </p:nvSpPr>
            <p:spPr>
              <a:xfrm>
                <a:off x="6067344" y="1104535"/>
                <a:ext cx="3207" cy="15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08" extrusionOk="0">
                    <a:moveTo>
                      <a:pt x="115" y="1"/>
                    </a:moveTo>
                    <a:cubicBezTo>
                      <a:pt x="89" y="1"/>
                      <a:pt x="66" y="6"/>
                      <a:pt x="48" y="18"/>
                    </a:cubicBezTo>
                    <a:cubicBezTo>
                      <a:pt x="0" y="30"/>
                      <a:pt x="0" y="78"/>
                      <a:pt x="48" y="90"/>
                    </a:cubicBezTo>
                    <a:cubicBezTo>
                      <a:pt x="66" y="102"/>
                      <a:pt x="89" y="108"/>
                      <a:pt x="115" y="108"/>
                    </a:cubicBezTo>
                    <a:cubicBezTo>
                      <a:pt x="140" y="108"/>
                      <a:pt x="167" y="102"/>
                      <a:pt x="191" y="90"/>
                    </a:cubicBezTo>
                    <a:cubicBezTo>
                      <a:pt x="226" y="78"/>
                      <a:pt x="226" y="30"/>
                      <a:pt x="191" y="18"/>
                    </a:cubicBezTo>
                    <a:cubicBezTo>
                      <a:pt x="167" y="6"/>
                      <a:pt x="140" y="1"/>
                      <a:pt x="115" y="1"/>
                    </a:cubicBezTo>
                    <a:close/>
                  </a:path>
                </a:pathLst>
              </a:custGeom>
              <a:solidFill>
                <a:srgbClr val="ED1C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61"/>
              <p:cNvSpPr/>
              <p:nvPr/>
            </p:nvSpPr>
            <p:spPr>
              <a:xfrm>
                <a:off x="6076584" y="1102006"/>
                <a:ext cx="3221" cy="1695"/>
              </a:xfrm>
              <a:custGeom>
                <a:avLst/>
                <a:gdLst/>
                <a:ahLst/>
                <a:cxnLst/>
                <a:rect l="l" t="t" r="r" b="b"/>
                <a:pathLst>
                  <a:path w="228" h="120" extrusionOk="0">
                    <a:moveTo>
                      <a:pt x="113" y="1"/>
                    </a:moveTo>
                    <a:cubicBezTo>
                      <a:pt x="87" y="1"/>
                      <a:pt x="60" y="7"/>
                      <a:pt x="37" y="19"/>
                    </a:cubicBezTo>
                    <a:cubicBezTo>
                      <a:pt x="1" y="43"/>
                      <a:pt x="1" y="78"/>
                      <a:pt x="37" y="102"/>
                    </a:cubicBezTo>
                    <a:cubicBezTo>
                      <a:pt x="60" y="114"/>
                      <a:pt x="87" y="120"/>
                      <a:pt x="113" y="120"/>
                    </a:cubicBezTo>
                    <a:cubicBezTo>
                      <a:pt x="138" y="120"/>
                      <a:pt x="162" y="114"/>
                      <a:pt x="180" y="102"/>
                    </a:cubicBezTo>
                    <a:cubicBezTo>
                      <a:pt x="227" y="78"/>
                      <a:pt x="227" y="43"/>
                      <a:pt x="180" y="19"/>
                    </a:cubicBezTo>
                    <a:cubicBezTo>
                      <a:pt x="162" y="7"/>
                      <a:pt x="138" y="1"/>
                      <a:pt x="113" y="1"/>
                    </a:cubicBezTo>
                    <a:close/>
                  </a:path>
                </a:pathLst>
              </a:custGeom>
              <a:solidFill>
                <a:srgbClr val="0094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61"/>
              <p:cNvSpPr/>
              <p:nvPr/>
            </p:nvSpPr>
            <p:spPr>
              <a:xfrm>
                <a:off x="6300974" y="959458"/>
                <a:ext cx="2882" cy="1526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08" extrusionOk="0">
                    <a:moveTo>
                      <a:pt x="96" y="0"/>
                    </a:moveTo>
                    <a:cubicBezTo>
                      <a:pt x="48" y="0"/>
                      <a:pt x="1" y="24"/>
                      <a:pt x="1" y="48"/>
                    </a:cubicBezTo>
                    <a:cubicBezTo>
                      <a:pt x="1" y="84"/>
                      <a:pt x="48" y="108"/>
                      <a:pt x="96" y="108"/>
                    </a:cubicBezTo>
                    <a:cubicBezTo>
                      <a:pt x="156" y="108"/>
                      <a:pt x="203" y="84"/>
                      <a:pt x="203" y="48"/>
                    </a:cubicBezTo>
                    <a:cubicBezTo>
                      <a:pt x="203" y="24"/>
                      <a:pt x="156" y="0"/>
                      <a:pt x="96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61"/>
              <p:cNvSpPr/>
              <p:nvPr/>
            </p:nvSpPr>
            <p:spPr>
              <a:xfrm>
                <a:off x="6306357" y="954908"/>
                <a:ext cx="2882" cy="169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20" extrusionOk="0">
                    <a:moveTo>
                      <a:pt x="108" y="1"/>
                    </a:moveTo>
                    <a:cubicBezTo>
                      <a:pt x="48" y="1"/>
                      <a:pt x="1" y="25"/>
                      <a:pt x="1" y="60"/>
                    </a:cubicBezTo>
                    <a:cubicBezTo>
                      <a:pt x="1" y="96"/>
                      <a:pt x="48" y="120"/>
                      <a:pt x="108" y="120"/>
                    </a:cubicBezTo>
                    <a:cubicBezTo>
                      <a:pt x="168" y="120"/>
                      <a:pt x="203" y="96"/>
                      <a:pt x="203" y="60"/>
                    </a:cubicBezTo>
                    <a:cubicBezTo>
                      <a:pt x="203" y="25"/>
                      <a:pt x="168" y="1"/>
                      <a:pt x="108" y="1"/>
                    </a:cubicBezTo>
                    <a:close/>
                  </a:path>
                </a:pathLst>
              </a:custGeom>
              <a:solidFill>
                <a:srgbClr val="0094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4" name="Google Shape;1734;p61"/>
            <p:cNvSpPr/>
            <p:nvPr/>
          </p:nvSpPr>
          <p:spPr>
            <a:xfrm>
              <a:off x="7357657" y="581789"/>
              <a:ext cx="235351" cy="345010"/>
            </a:xfrm>
            <a:custGeom>
              <a:avLst/>
              <a:gdLst/>
              <a:ahLst/>
              <a:cxnLst/>
              <a:rect l="l" t="t" r="r" b="b"/>
              <a:pathLst>
                <a:path w="2811" h="4121" extrusionOk="0">
                  <a:moveTo>
                    <a:pt x="2810" y="0"/>
                  </a:moveTo>
                  <a:lnTo>
                    <a:pt x="12" y="1620"/>
                  </a:lnTo>
                  <a:lnTo>
                    <a:pt x="1" y="4120"/>
                  </a:lnTo>
                  <a:lnTo>
                    <a:pt x="2798" y="2489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EEB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obotic Spine Surgery Clinical Case by Slidesgo">
  <a:themeElements>
    <a:clrScheme name="Simple Light">
      <a:dk1>
        <a:srgbClr val="373942"/>
      </a:dk1>
      <a:lt1>
        <a:srgbClr val="003B4F"/>
      </a:lt1>
      <a:dk2>
        <a:srgbClr val="8B879C"/>
      </a:dk2>
      <a:lt2>
        <a:srgbClr val="7FC8DA"/>
      </a:lt2>
      <a:accent1>
        <a:srgbClr val="C8D7DB"/>
      </a:accent1>
      <a:accent2>
        <a:srgbClr val="EED4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739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On-screen Show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Kanit</vt:lpstr>
      <vt:lpstr>Lexend</vt:lpstr>
      <vt:lpstr>Arial</vt:lpstr>
      <vt:lpstr>Anaheim</vt:lpstr>
      <vt:lpstr>Robotic Spine Surgery Clinical Case by Slidesgo</vt:lpstr>
      <vt:lpstr>Ball Balancing Using a Robotic Arm (Simulation)</vt:lpstr>
      <vt:lpstr>Project Overview &amp; Team</vt:lpstr>
      <vt:lpstr>Problem Statement &amp; Goal</vt:lpstr>
      <vt:lpstr>System &amp; Solution Description</vt:lpstr>
      <vt:lpstr>Experiments &amp; Results</vt:lpstr>
      <vt:lpstr>Personal Contribution &amp; Conclusion</vt:lpstr>
      <vt:lpstr>Thanks For Listening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naghamsu9@gmail.com</cp:lastModifiedBy>
  <cp:revision>1</cp:revision>
  <dcterms:modified xsi:type="dcterms:W3CDTF">2026-01-20T11:51:41Z</dcterms:modified>
</cp:coreProperties>
</file>